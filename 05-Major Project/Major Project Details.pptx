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9" r:id="rId5"/>
    <p:sldId id="258" r:id="rId6"/>
    <p:sldId id="260" r:id="rId7"/>
    <p:sldId id="261" r:id="rId8"/>
    <p:sldId id="262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8FD1"/>
    <a:srgbClr val="D16AC5"/>
    <a:srgbClr val="44CD56"/>
    <a:srgbClr val="000099"/>
    <a:srgbClr val="1F12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70B2A1-1660-4DB5-9C64-6DEC72FE57E5}" v="227" dt="2026-08-12T21:20:52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84" d="100"/>
          <a:sy n="84" d="100"/>
        </p:scale>
        <p:origin x="14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343767-2F30-4D9E-8318-BA79C51FDFE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EFA1CBE-1C00-46F3-B10B-E2DC47FBF57D}">
      <dgm:prSet phldrT="[Text]" phldr="0"/>
      <dgm:spPr/>
      <dgm:t>
        <a:bodyPr/>
        <a:lstStyle/>
        <a:p>
          <a:r>
            <a:rPr lang="en-US" b="1" dirty="0">
              <a:solidFill>
                <a:schemeClr val="accent3">
                  <a:lumMod val="50000"/>
                </a:schemeClr>
              </a:solidFill>
            </a:rPr>
            <a:t>Sunil</a:t>
          </a:r>
          <a:endParaRPr lang="en-IN" b="1" dirty="0">
            <a:solidFill>
              <a:schemeClr val="accent3">
                <a:lumMod val="50000"/>
              </a:schemeClr>
            </a:solidFill>
          </a:endParaRPr>
        </a:p>
      </dgm:t>
    </dgm:pt>
    <dgm:pt modelId="{3CEB13F7-BE85-408A-8E0C-A2F02F0BA7D5}" type="parTrans" cxnId="{440EC9D2-2A78-48DB-85F4-87471DE9C71C}">
      <dgm:prSet/>
      <dgm:spPr/>
      <dgm:t>
        <a:bodyPr/>
        <a:lstStyle/>
        <a:p>
          <a:endParaRPr lang="en-IN">
            <a:solidFill>
              <a:schemeClr val="accent2">
                <a:lumMod val="60000"/>
                <a:lumOff val="40000"/>
              </a:schemeClr>
            </a:solidFill>
          </a:endParaRPr>
        </a:p>
      </dgm:t>
    </dgm:pt>
    <dgm:pt modelId="{240D4CB9-6C5C-4CBA-9FDA-5C00A2D3E41F}" type="sibTrans" cxnId="{440EC9D2-2A78-48DB-85F4-87471DE9C71C}">
      <dgm:prSet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chemeClr val="tx2">
            <a:lumMod val="50000"/>
            <a:lumOff val="5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rtlCol="0" anchor="ctr"/>
        <a:lstStyle/>
        <a:p>
          <a:pPr marL="0" algn="ctr" defTabSz="457200" rtl="0" eaLnBrk="1" latinLnBrk="0" hangingPunct="1"/>
          <a:endParaRPr lang="en-IN" sz="3600" kern="1200">
            <a:solidFill>
              <a:schemeClr val="accent2">
                <a:lumMod val="60000"/>
                <a:lumOff val="40000"/>
              </a:schemeClr>
            </a:solidFill>
            <a:latin typeface="+mn-lt"/>
            <a:ea typeface="+mn-ea"/>
            <a:cs typeface="+mn-cs"/>
          </a:endParaRPr>
        </a:p>
      </dgm:t>
    </dgm:pt>
    <dgm:pt modelId="{1F8F5CBA-5D3A-48B9-9A94-0596FC0E4B5B}">
      <dgm:prSet phldrT="[Text]" phldr="0"/>
      <dgm:spPr/>
      <dgm:t>
        <a:bodyPr/>
        <a:lstStyle/>
        <a:p>
          <a:r>
            <a:rPr lang="en-US" b="1" dirty="0">
              <a:solidFill>
                <a:schemeClr val="accent5">
                  <a:lumMod val="50000"/>
                </a:schemeClr>
              </a:solidFill>
            </a:rPr>
            <a:t>Apurva</a:t>
          </a:r>
          <a:endParaRPr lang="en-IN" b="1" dirty="0">
            <a:solidFill>
              <a:schemeClr val="accent5">
                <a:lumMod val="50000"/>
              </a:schemeClr>
            </a:solidFill>
          </a:endParaRPr>
        </a:p>
      </dgm:t>
    </dgm:pt>
    <dgm:pt modelId="{F7E26F93-D4FB-44A5-836F-0D36E0E7C14D}" type="parTrans" cxnId="{53BAC03F-21A4-44F3-A618-63542CAC197A}">
      <dgm:prSet/>
      <dgm:spPr/>
      <dgm:t>
        <a:bodyPr/>
        <a:lstStyle/>
        <a:p>
          <a:endParaRPr lang="en-IN">
            <a:solidFill>
              <a:schemeClr val="accent2">
                <a:lumMod val="60000"/>
                <a:lumOff val="40000"/>
              </a:schemeClr>
            </a:solidFill>
          </a:endParaRPr>
        </a:p>
      </dgm:t>
    </dgm:pt>
    <dgm:pt modelId="{000F9206-84F2-4FC7-8B21-4ED9DD3CBD75}" type="sibTrans" cxnId="{53BAC03F-21A4-44F3-A618-63542CAC197A}">
      <dgm:prSet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chemeClr val="tx2">
            <a:lumMod val="50000"/>
            <a:lumOff val="5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rtlCol="0" anchor="ctr"/>
        <a:lstStyle/>
        <a:p>
          <a:pPr marL="0" algn="ctr" defTabSz="457200" rtl="0" eaLnBrk="1" latinLnBrk="0" hangingPunct="1"/>
          <a:endParaRPr lang="en-IN" sz="3600" kern="1200">
            <a:solidFill>
              <a:schemeClr val="accent2">
                <a:lumMod val="60000"/>
                <a:lumOff val="40000"/>
              </a:schemeClr>
            </a:solidFill>
            <a:latin typeface="+mn-lt"/>
            <a:ea typeface="+mn-ea"/>
            <a:cs typeface="+mn-cs"/>
          </a:endParaRPr>
        </a:p>
      </dgm:t>
    </dgm:pt>
    <dgm:pt modelId="{5752E33A-DDEC-461F-8D5F-ECC10B8180D6}">
      <dgm:prSet phldrT="[Text]" phldr="0"/>
      <dgm:spPr/>
      <dgm:t>
        <a:bodyPr/>
        <a:lstStyle/>
        <a:p>
          <a:r>
            <a:rPr lang="en-US" b="1" dirty="0">
              <a:solidFill>
                <a:schemeClr val="accent1">
                  <a:lumMod val="50000"/>
                </a:schemeClr>
              </a:solidFill>
            </a:rPr>
            <a:t>Shivam</a:t>
          </a:r>
          <a:endParaRPr lang="en-IN" b="1" dirty="0">
            <a:solidFill>
              <a:schemeClr val="accent1">
                <a:lumMod val="50000"/>
              </a:schemeClr>
            </a:solidFill>
          </a:endParaRPr>
        </a:p>
      </dgm:t>
    </dgm:pt>
    <dgm:pt modelId="{CFEA5087-99C4-4DAA-961D-681855B77040}" type="parTrans" cxnId="{616479C9-FCC7-4943-8D87-6DB2DBB0C99A}">
      <dgm:prSet/>
      <dgm:spPr/>
      <dgm:t>
        <a:bodyPr/>
        <a:lstStyle/>
        <a:p>
          <a:endParaRPr lang="en-IN">
            <a:solidFill>
              <a:schemeClr val="accent2">
                <a:lumMod val="60000"/>
                <a:lumOff val="40000"/>
              </a:schemeClr>
            </a:solidFill>
          </a:endParaRPr>
        </a:p>
      </dgm:t>
    </dgm:pt>
    <dgm:pt modelId="{B936A4CA-20DD-415D-8E40-A234C4FDE1ED}" type="sibTrans" cxnId="{616479C9-FCC7-4943-8D87-6DB2DBB0C99A}">
      <dgm:prSet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chemeClr val="tx2">
            <a:lumMod val="50000"/>
            <a:lumOff val="5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rtlCol="0" anchor="ctr"/>
        <a:lstStyle/>
        <a:p>
          <a:pPr marL="0" algn="ctr" defTabSz="457200" rtl="0" eaLnBrk="1" latinLnBrk="0" hangingPunct="1"/>
          <a:endParaRPr lang="en-IN" sz="3600" kern="1200">
            <a:solidFill>
              <a:schemeClr val="accent2">
                <a:lumMod val="60000"/>
                <a:lumOff val="40000"/>
              </a:schemeClr>
            </a:solidFill>
            <a:latin typeface="+mn-lt"/>
            <a:ea typeface="+mn-ea"/>
            <a:cs typeface="+mn-cs"/>
          </a:endParaRPr>
        </a:p>
      </dgm:t>
    </dgm:pt>
    <dgm:pt modelId="{82121747-4F9F-4A56-AF6D-9126AF2514E7}">
      <dgm:prSet phldrT="[Text]" phldr="0"/>
      <dgm:spPr/>
      <dgm:t>
        <a:bodyPr/>
        <a:lstStyle/>
        <a:p>
          <a:r>
            <a:rPr lang="en-US" b="1" dirty="0">
              <a:solidFill>
                <a:schemeClr val="accent5">
                  <a:lumMod val="40000"/>
                  <a:lumOff val="60000"/>
                </a:schemeClr>
              </a:solidFill>
            </a:rPr>
            <a:t>Rohan</a:t>
          </a:r>
          <a:endParaRPr lang="en-IN" b="1" dirty="0">
            <a:solidFill>
              <a:schemeClr val="accent5">
                <a:lumMod val="40000"/>
                <a:lumOff val="60000"/>
              </a:schemeClr>
            </a:solidFill>
          </a:endParaRPr>
        </a:p>
      </dgm:t>
    </dgm:pt>
    <dgm:pt modelId="{10AB5699-630F-46A9-8D95-AE2E57754775}" type="parTrans" cxnId="{D099BE14-1AAC-4F6E-8FCF-ED558D0586D4}">
      <dgm:prSet/>
      <dgm:spPr/>
      <dgm:t>
        <a:bodyPr/>
        <a:lstStyle/>
        <a:p>
          <a:endParaRPr lang="en-IN">
            <a:solidFill>
              <a:schemeClr val="accent2">
                <a:lumMod val="60000"/>
                <a:lumOff val="40000"/>
              </a:schemeClr>
            </a:solidFill>
          </a:endParaRPr>
        </a:p>
      </dgm:t>
    </dgm:pt>
    <dgm:pt modelId="{72589995-7E75-416F-B6BD-93E18E8CAD5A}" type="sibTrans" cxnId="{D099BE14-1AAC-4F6E-8FCF-ED558D0586D4}">
      <dgm:prSet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chemeClr val="tx2">
            <a:lumMod val="50000"/>
            <a:lumOff val="5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rtlCol="0" anchor="ctr"/>
        <a:lstStyle/>
        <a:p>
          <a:pPr marL="0" algn="ctr" defTabSz="457200" rtl="0" eaLnBrk="1" latinLnBrk="0" hangingPunct="1"/>
          <a:endParaRPr lang="en-IN" sz="3600" kern="1200">
            <a:solidFill>
              <a:schemeClr val="accent2">
                <a:lumMod val="60000"/>
                <a:lumOff val="40000"/>
              </a:schemeClr>
            </a:solidFill>
            <a:latin typeface="+mn-lt"/>
            <a:ea typeface="+mn-ea"/>
            <a:cs typeface="+mn-cs"/>
          </a:endParaRPr>
        </a:p>
      </dgm:t>
    </dgm:pt>
    <dgm:pt modelId="{456A28D0-B41E-4844-82CC-F3A3D345EB73}" type="pres">
      <dgm:prSet presAssocID="{80343767-2F30-4D9E-8318-BA79C51FDFE2}" presName="cycle" presStyleCnt="0">
        <dgm:presLayoutVars>
          <dgm:dir/>
          <dgm:resizeHandles val="exact"/>
        </dgm:presLayoutVars>
      </dgm:prSet>
      <dgm:spPr/>
    </dgm:pt>
    <dgm:pt modelId="{1B026CA6-1744-4FD4-99B3-42067CE550B2}" type="pres">
      <dgm:prSet presAssocID="{4EFA1CBE-1C00-46F3-B10B-E2DC47FBF57D}" presName="dummy" presStyleCnt="0"/>
      <dgm:spPr/>
    </dgm:pt>
    <dgm:pt modelId="{AAF0CB1B-4852-4C80-9382-492FB3505606}" type="pres">
      <dgm:prSet presAssocID="{4EFA1CBE-1C00-46F3-B10B-E2DC47FBF57D}" presName="node" presStyleLbl="revTx" presStyleIdx="0" presStyleCnt="4">
        <dgm:presLayoutVars>
          <dgm:bulletEnabled val="1"/>
        </dgm:presLayoutVars>
      </dgm:prSet>
      <dgm:spPr/>
    </dgm:pt>
    <dgm:pt modelId="{6D79A0D6-D9F1-4294-B9AA-4AFC43B63EF1}" type="pres">
      <dgm:prSet presAssocID="{240D4CB9-6C5C-4CBA-9FDA-5C00A2D3E41F}" presName="sibTrans" presStyleLbl="node1" presStyleIdx="0" presStyleCnt="4"/>
      <dgm:spPr>
        <a:xfrm>
          <a:off x="1015841" y="-158"/>
          <a:ext cx="4064317" cy="4064317"/>
        </a:xfrm>
        <a:prstGeom prst="circularArrow">
          <a:avLst>
            <a:gd name="adj1" fmla="val 6898"/>
            <a:gd name="adj2" fmla="val 465012"/>
            <a:gd name="adj3" fmla="val 550847"/>
            <a:gd name="adj4" fmla="val 20584141"/>
            <a:gd name="adj5" fmla="val 8047"/>
          </a:avLst>
        </a:prstGeom>
      </dgm:spPr>
    </dgm:pt>
    <dgm:pt modelId="{77DF5721-4311-4C36-A979-602B843C5697}" type="pres">
      <dgm:prSet presAssocID="{1F8F5CBA-5D3A-48B9-9A94-0596FC0E4B5B}" presName="dummy" presStyleCnt="0"/>
      <dgm:spPr/>
    </dgm:pt>
    <dgm:pt modelId="{CE4480EB-ADC0-4683-B75C-803DCBD0BB32}" type="pres">
      <dgm:prSet presAssocID="{1F8F5CBA-5D3A-48B9-9A94-0596FC0E4B5B}" presName="node" presStyleLbl="revTx" presStyleIdx="1" presStyleCnt="4">
        <dgm:presLayoutVars>
          <dgm:bulletEnabled val="1"/>
        </dgm:presLayoutVars>
      </dgm:prSet>
      <dgm:spPr/>
    </dgm:pt>
    <dgm:pt modelId="{5FE77C79-A133-4391-BC22-D4446B9D007A}" type="pres">
      <dgm:prSet presAssocID="{000F9206-84F2-4FC7-8B21-4ED9DD3CBD75}" presName="sibTrans" presStyleLbl="node1" presStyleIdx="1" presStyleCnt="4"/>
      <dgm:spPr>
        <a:xfrm>
          <a:off x="1015841" y="-158"/>
          <a:ext cx="4064317" cy="4064317"/>
        </a:xfrm>
        <a:prstGeom prst="circularArrow">
          <a:avLst>
            <a:gd name="adj1" fmla="val 6898"/>
            <a:gd name="adj2" fmla="val 465012"/>
            <a:gd name="adj3" fmla="val 5950847"/>
            <a:gd name="adj4" fmla="val 4384141"/>
            <a:gd name="adj5" fmla="val 8047"/>
          </a:avLst>
        </a:prstGeom>
      </dgm:spPr>
    </dgm:pt>
    <dgm:pt modelId="{F5027634-B278-4611-973E-F6D1FD81A765}" type="pres">
      <dgm:prSet presAssocID="{5752E33A-DDEC-461F-8D5F-ECC10B8180D6}" presName="dummy" presStyleCnt="0"/>
      <dgm:spPr/>
    </dgm:pt>
    <dgm:pt modelId="{B1AA4029-7640-4394-B1D5-4FDC7AC48AC9}" type="pres">
      <dgm:prSet presAssocID="{5752E33A-DDEC-461F-8D5F-ECC10B8180D6}" presName="node" presStyleLbl="revTx" presStyleIdx="2" presStyleCnt="4">
        <dgm:presLayoutVars>
          <dgm:bulletEnabled val="1"/>
        </dgm:presLayoutVars>
      </dgm:prSet>
      <dgm:spPr/>
    </dgm:pt>
    <dgm:pt modelId="{72F74666-EFCB-4918-9FC4-A6E9CEFF2F28}" type="pres">
      <dgm:prSet presAssocID="{B936A4CA-20DD-415D-8E40-A234C4FDE1ED}" presName="sibTrans" presStyleLbl="node1" presStyleIdx="2" presStyleCnt="4"/>
      <dgm:spPr>
        <a:xfrm>
          <a:off x="1015841" y="-158"/>
          <a:ext cx="4064317" cy="4064317"/>
        </a:xfrm>
        <a:prstGeom prst="circularArrow">
          <a:avLst>
            <a:gd name="adj1" fmla="val 6898"/>
            <a:gd name="adj2" fmla="val 465012"/>
            <a:gd name="adj3" fmla="val 11350847"/>
            <a:gd name="adj4" fmla="val 9784141"/>
            <a:gd name="adj5" fmla="val 8047"/>
          </a:avLst>
        </a:prstGeom>
      </dgm:spPr>
    </dgm:pt>
    <dgm:pt modelId="{882D92DC-6CEF-4AEA-BCBF-FDBE860C8627}" type="pres">
      <dgm:prSet presAssocID="{82121747-4F9F-4A56-AF6D-9126AF2514E7}" presName="dummy" presStyleCnt="0"/>
      <dgm:spPr/>
    </dgm:pt>
    <dgm:pt modelId="{1273BB18-072B-4E90-85FB-4051A006EF65}" type="pres">
      <dgm:prSet presAssocID="{82121747-4F9F-4A56-AF6D-9126AF2514E7}" presName="node" presStyleLbl="revTx" presStyleIdx="3" presStyleCnt="4">
        <dgm:presLayoutVars>
          <dgm:bulletEnabled val="1"/>
        </dgm:presLayoutVars>
      </dgm:prSet>
      <dgm:spPr/>
    </dgm:pt>
    <dgm:pt modelId="{07712128-C6FA-4B8B-B3F7-6CB5CA4D3D07}" type="pres">
      <dgm:prSet presAssocID="{72589995-7E75-416F-B6BD-93E18E8CAD5A}" presName="sibTrans" presStyleLbl="node1" presStyleIdx="3" presStyleCnt="4"/>
      <dgm:spPr>
        <a:xfrm>
          <a:off x="1015841" y="-158"/>
          <a:ext cx="4064317" cy="4064317"/>
        </a:xfrm>
        <a:prstGeom prst="circularArrow">
          <a:avLst>
            <a:gd name="adj1" fmla="val 6898"/>
            <a:gd name="adj2" fmla="val 465012"/>
            <a:gd name="adj3" fmla="val 16750847"/>
            <a:gd name="adj4" fmla="val 15184141"/>
            <a:gd name="adj5" fmla="val 8047"/>
          </a:avLst>
        </a:prstGeom>
      </dgm:spPr>
    </dgm:pt>
  </dgm:ptLst>
  <dgm:cxnLst>
    <dgm:cxn modelId="{EEA18D10-A87B-4915-A8C9-925FDF9EF7D4}" type="presOf" srcId="{5752E33A-DDEC-461F-8D5F-ECC10B8180D6}" destId="{B1AA4029-7640-4394-B1D5-4FDC7AC48AC9}" srcOrd="0" destOrd="0" presId="urn:microsoft.com/office/officeart/2005/8/layout/cycle1"/>
    <dgm:cxn modelId="{2D0EA812-2791-45A1-A0F1-5447E603F163}" type="presOf" srcId="{000F9206-84F2-4FC7-8B21-4ED9DD3CBD75}" destId="{5FE77C79-A133-4391-BC22-D4446B9D007A}" srcOrd="0" destOrd="0" presId="urn:microsoft.com/office/officeart/2005/8/layout/cycle1"/>
    <dgm:cxn modelId="{D099BE14-1AAC-4F6E-8FCF-ED558D0586D4}" srcId="{80343767-2F30-4D9E-8318-BA79C51FDFE2}" destId="{82121747-4F9F-4A56-AF6D-9126AF2514E7}" srcOrd="3" destOrd="0" parTransId="{10AB5699-630F-46A9-8D95-AE2E57754775}" sibTransId="{72589995-7E75-416F-B6BD-93E18E8CAD5A}"/>
    <dgm:cxn modelId="{3DB7C117-BFA0-4AC7-AF4D-49FCFB2ACCBD}" type="presOf" srcId="{240D4CB9-6C5C-4CBA-9FDA-5C00A2D3E41F}" destId="{6D79A0D6-D9F1-4294-B9AA-4AFC43B63EF1}" srcOrd="0" destOrd="0" presId="urn:microsoft.com/office/officeart/2005/8/layout/cycle1"/>
    <dgm:cxn modelId="{B1179024-B610-485D-93F8-A26F33FA5B00}" type="presOf" srcId="{80343767-2F30-4D9E-8318-BA79C51FDFE2}" destId="{456A28D0-B41E-4844-82CC-F3A3D345EB73}" srcOrd="0" destOrd="0" presId="urn:microsoft.com/office/officeart/2005/8/layout/cycle1"/>
    <dgm:cxn modelId="{53BAC03F-21A4-44F3-A618-63542CAC197A}" srcId="{80343767-2F30-4D9E-8318-BA79C51FDFE2}" destId="{1F8F5CBA-5D3A-48B9-9A94-0596FC0E4B5B}" srcOrd="1" destOrd="0" parTransId="{F7E26F93-D4FB-44A5-836F-0D36E0E7C14D}" sibTransId="{000F9206-84F2-4FC7-8B21-4ED9DD3CBD75}"/>
    <dgm:cxn modelId="{773E3A41-DE1B-4452-8509-73C4036504AE}" type="presOf" srcId="{4EFA1CBE-1C00-46F3-B10B-E2DC47FBF57D}" destId="{AAF0CB1B-4852-4C80-9382-492FB3505606}" srcOrd="0" destOrd="0" presId="urn:microsoft.com/office/officeart/2005/8/layout/cycle1"/>
    <dgm:cxn modelId="{32A6E16C-6BE9-4545-97B7-B73B2DBAD32D}" type="presOf" srcId="{82121747-4F9F-4A56-AF6D-9126AF2514E7}" destId="{1273BB18-072B-4E90-85FB-4051A006EF65}" srcOrd="0" destOrd="0" presId="urn:microsoft.com/office/officeart/2005/8/layout/cycle1"/>
    <dgm:cxn modelId="{6BFC0D73-548D-4154-A730-97E70E9EBB4C}" type="presOf" srcId="{1F8F5CBA-5D3A-48B9-9A94-0596FC0E4B5B}" destId="{CE4480EB-ADC0-4683-B75C-803DCBD0BB32}" srcOrd="0" destOrd="0" presId="urn:microsoft.com/office/officeart/2005/8/layout/cycle1"/>
    <dgm:cxn modelId="{A0212DAC-8697-478A-9236-B7BD575856F5}" type="presOf" srcId="{B936A4CA-20DD-415D-8E40-A234C4FDE1ED}" destId="{72F74666-EFCB-4918-9FC4-A6E9CEFF2F28}" srcOrd="0" destOrd="0" presId="urn:microsoft.com/office/officeart/2005/8/layout/cycle1"/>
    <dgm:cxn modelId="{5E5D6AC9-13B1-440D-8B53-5094AD5388CF}" type="presOf" srcId="{72589995-7E75-416F-B6BD-93E18E8CAD5A}" destId="{07712128-C6FA-4B8B-B3F7-6CB5CA4D3D07}" srcOrd="0" destOrd="0" presId="urn:microsoft.com/office/officeart/2005/8/layout/cycle1"/>
    <dgm:cxn modelId="{616479C9-FCC7-4943-8D87-6DB2DBB0C99A}" srcId="{80343767-2F30-4D9E-8318-BA79C51FDFE2}" destId="{5752E33A-DDEC-461F-8D5F-ECC10B8180D6}" srcOrd="2" destOrd="0" parTransId="{CFEA5087-99C4-4DAA-961D-681855B77040}" sibTransId="{B936A4CA-20DD-415D-8E40-A234C4FDE1ED}"/>
    <dgm:cxn modelId="{440EC9D2-2A78-48DB-85F4-87471DE9C71C}" srcId="{80343767-2F30-4D9E-8318-BA79C51FDFE2}" destId="{4EFA1CBE-1C00-46F3-B10B-E2DC47FBF57D}" srcOrd="0" destOrd="0" parTransId="{3CEB13F7-BE85-408A-8E0C-A2F02F0BA7D5}" sibTransId="{240D4CB9-6C5C-4CBA-9FDA-5C00A2D3E41F}"/>
    <dgm:cxn modelId="{AC1A421A-F2A3-4600-B794-D99A4217AADC}" type="presParOf" srcId="{456A28D0-B41E-4844-82CC-F3A3D345EB73}" destId="{1B026CA6-1744-4FD4-99B3-42067CE550B2}" srcOrd="0" destOrd="0" presId="urn:microsoft.com/office/officeart/2005/8/layout/cycle1"/>
    <dgm:cxn modelId="{A9048785-2DE4-4C8C-AAEF-CF80C7BC61DC}" type="presParOf" srcId="{456A28D0-B41E-4844-82CC-F3A3D345EB73}" destId="{AAF0CB1B-4852-4C80-9382-492FB3505606}" srcOrd="1" destOrd="0" presId="urn:microsoft.com/office/officeart/2005/8/layout/cycle1"/>
    <dgm:cxn modelId="{56A16F42-2BB1-473A-9946-8E2914624CDC}" type="presParOf" srcId="{456A28D0-B41E-4844-82CC-F3A3D345EB73}" destId="{6D79A0D6-D9F1-4294-B9AA-4AFC43B63EF1}" srcOrd="2" destOrd="0" presId="urn:microsoft.com/office/officeart/2005/8/layout/cycle1"/>
    <dgm:cxn modelId="{203DA13F-677B-4CBD-A826-9BA3CC08B54E}" type="presParOf" srcId="{456A28D0-B41E-4844-82CC-F3A3D345EB73}" destId="{77DF5721-4311-4C36-A979-602B843C5697}" srcOrd="3" destOrd="0" presId="urn:microsoft.com/office/officeart/2005/8/layout/cycle1"/>
    <dgm:cxn modelId="{29107369-FADA-4C4E-99A0-75CB1F270B65}" type="presParOf" srcId="{456A28D0-B41E-4844-82CC-F3A3D345EB73}" destId="{CE4480EB-ADC0-4683-B75C-803DCBD0BB32}" srcOrd="4" destOrd="0" presId="urn:microsoft.com/office/officeart/2005/8/layout/cycle1"/>
    <dgm:cxn modelId="{BA1C8198-401A-4E3B-92A1-6F661BBBF096}" type="presParOf" srcId="{456A28D0-B41E-4844-82CC-F3A3D345EB73}" destId="{5FE77C79-A133-4391-BC22-D4446B9D007A}" srcOrd="5" destOrd="0" presId="urn:microsoft.com/office/officeart/2005/8/layout/cycle1"/>
    <dgm:cxn modelId="{3E3C7AE9-6EDF-4965-ADBA-A4FB482F49D6}" type="presParOf" srcId="{456A28D0-B41E-4844-82CC-F3A3D345EB73}" destId="{F5027634-B278-4611-973E-F6D1FD81A765}" srcOrd="6" destOrd="0" presId="urn:microsoft.com/office/officeart/2005/8/layout/cycle1"/>
    <dgm:cxn modelId="{DBFFDA0D-EB81-48ED-998E-D129FF44C28C}" type="presParOf" srcId="{456A28D0-B41E-4844-82CC-F3A3D345EB73}" destId="{B1AA4029-7640-4394-B1D5-4FDC7AC48AC9}" srcOrd="7" destOrd="0" presId="urn:microsoft.com/office/officeart/2005/8/layout/cycle1"/>
    <dgm:cxn modelId="{BD8181C6-BFBC-4900-8A06-CFAF0458E73B}" type="presParOf" srcId="{456A28D0-B41E-4844-82CC-F3A3D345EB73}" destId="{72F74666-EFCB-4918-9FC4-A6E9CEFF2F28}" srcOrd="8" destOrd="0" presId="urn:microsoft.com/office/officeart/2005/8/layout/cycle1"/>
    <dgm:cxn modelId="{70303F9A-B692-47EF-9AF8-2399EAE894D1}" type="presParOf" srcId="{456A28D0-B41E-4844-82CC-F3A3D345EB73}" destId="{882D92DC-6CEF-4AEA-BCBF-FDBE860C8627}" srcOrd="9" destOrd="0" presId="urn:microsoft.com/office/officeart/2005/8/layout/cycle1"/>
    <dgm:cxn modelId="{5428E562-78C8-44E8-9486-74ABC43F0AEF}" type="presParOf" srcId="{456A28D0-B41E-4844-82CC-F3A3D345EB73}" destId="{1273BB18-072B-4E90-85FB-4051A006EF65}" srcOrd="10" destOrd="0" presId="urn:microsoft.com/office/officeart/2005/8/layout/cycle1"/>
    <dgm:cxn modelId="{CA854D7D-0DF9-4075-A09C-92AF79B381A1}" type="presParOf" srcId="{456A28D0-B41E-4844-82CC-F3A3D345EB73}" destId="{07712128-C6FA-4B8B-B3F7-6CB5CA4D3D07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0CB1B-4852-4C80-9382-492FB3505606}">
      <dsp:nvSpPr>
        <dsp:cNvPr id="0" name=""/>
        <dsp:cNvSpPr/>
      </dsp:nvSpPr>
      <dsp:spPr>
        <a:xfrm>
          <a:off x="3118198" y="84706"/>
          <a:ext cx="1335114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accent3">
                  <a:lumMod val="50000"/>
                </a:schemeClr>
              </a:solidFill>
            </a:rPr>
            <a:t>Sunil</a:t>
          </a:r>
          <a:endParaRPr lang="en-IN" sz="2900" b="1" kern="1200" dirty="0">
            <a:solidFill>
              <a:schemeClr val="accent3">
                <a:lumMod val="50000"/>
              </a:schemeClr>
            </a:solidFill>
          </a:endParaRPr>
        </a:p>
      </dsp:txBody>
      <dsp:txXfrm>
        <a:off x="3118198" y="84706"/>
        <a:ext cx="1335114" cy="1335114"/>
      </dsp:txXfrm>
    </dsp:sp>
    <dsp:sp modelId="{6D79A0D6-D9F1-4294-B9AA-4AFC43B63EF1}">
      <dsp:nvSpPr>
        <dsp:cNvPr id="0" name=""/>
        <dsp:cNvSpPr/>
      </dsp:nvSpPr>
      <dsp:spPr>
        <a:xfrm>
          <a:off x="760619" y="-419"/>
          <a:ext cx="3777819" cy="3777819"/>
        </a:xfrm>
        <a:prstGeom prst="circularArrow">
          <a:avLst>
            <a:gd name="adj1" fmla="val 6898"/>
            <a:gd name="adj2" fmla="val 465012"/>
            <a:gd name="adj3" fmla="val 550847"/>
            <a:gd name="adj4" fmla="val 20584141"/>
            <a:gd name="adj5" fmla="val 8047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</dsp:sp>
    <dsp:sp modelId="{CE4480EB-ADC0-4683-B75C-803DCBD0BB32}">
      <dsp:nvSpPr>
        <dsp:cNvPr id="0" name=""/>
        <dsp:cNvSpPr/>
      </dsp:nvSpPr>
      <dsp:spPr>
        <a:xfrm>
          <a:off x="3118198" y="2357159"/>
          <a:ext cx="1335114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accent5">
                  <a:lumMod val="50000"/>
                </a:schemeClr>
              </a:solidFill>
            </a:rPr>
            <a:t>Apurva</a:t>
          </a:r>
          <a:endParaRPr lang="en-IN" sz="2900" b="1" kern="1200" dirty="0">
            <a:solidFill>
              <a:schemeClr val="accent5">
                <a:lumMod val="50000"/>
              </a:schemeClr>
            </a:solidFill>
          </a:endParaRPr>
        </a:p>
      </dsp:txBody>
      <dsp:txXfrm>
        <a:off x="3118198" y="2357159"/>
        <a:ext cx="1335114" cy="1335114"/>
      </dsp:txXfrm>
    </dsp:sp>
    <dsp:sp modelId="{5FE77C79-A133-4391-BC22-D4446B9D007A}">
      <dsp:nvSpPr>
        <dsp:cNvPr id="0" name=""/>
        <dsp:cNvSpPr/>
      </dsp:nvSpPr>
      <dsp:spPr>
        <a:xfrm>
          <a:off x="760619" y="-419"/>
          <a:ext cx="3777819" cy="3777819"/>
        </a:xfrm>
        <a:prstGeom prst="circularArrow">
          <a:avLst>
            <a:gd name="adj1" fmla="val 6898"/>
            <a:gd name="adj2" fmla="val 465012"/>
            <a:gd name="adj3" fmla="val 5950847"/>
            <a:gd name="adj4" fmla="val 4384141"/>
            <a:gd name="adj5" fmla="val 8047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</dsp:sp>
    <dsp:sp modelId="{B1AA4029-7640-4394-B1D5-4FDC7AC48AC9}">
      <dsp:nvSpPr>
        <dsp:cNvPr id="0" name=""/>
        <dsp:cNvSpPr/>
      </dsp:nvSpPr>
      <dsp:spPr>
        <a:xfrm>
          <a:off x="845745" y="2357159"/>
          <a:ext cx="1335114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accent1">
                  <a:lumMod val="50000"/>
                </a:schemeClr>
              </a:solidFill>
            </a:rPr>
            <a:t>Shivam</a:t>
          </a:r>
          <a:endParaRPr lang="en-IN" sz="2900" b="1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845745" y="2357159"/>
        <a:ext cx="1335114" cy="1335114"/>
      </dsp:txXfrm>
    </dsp:sp>
    <dsp:sp modelId="{72F74666-EFCB-4918-9FC4-A6E9CEFF2F28}">
      <dsp:nvSpPr>
        <dsp:cNvPr id="0" name=""/>
        <dsp:cNvSpPr/>
      </dsp:nvSpPr>
      <dsp:spPr>
        <a:xfrm>
          <a:off x="760619" y="-419"/>
          <a:ext cx="3777819" cy="3777819"/>
        </a:xfrm>
        <a:prstGeom prst="circularArrow">
          <a:avLst>
            <a:gd name="adj1" fmla="val 6898"/>
            <a:gd name="adj2" fmla="val 465012"/>
            <a:gd name="adj3" fmla="val 11350847"/>
            <a:gd name="adj4" fmla="val 9784141"/>
            <a:gd name="adj5" fmla="val 8047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</dsp:sp>
    <dsp:sp modelId="{1273BB18-072B-4E90-85FB-4051A006EF65}">
      <dsp:nvSpPr>
        <dsp:cNvPr id="0" name=""/>
        <dsp:cNvSpPr/>
      </dsp:nvSpPr>
      <dsp:spPr>
        <a:xfrm>
          <a:off x="845745" y="84706"/>
          <a:ext cx="1335114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accent5">
                  <a:lumMod val="40000"/>
                  <a:lumOff val="60000"/>
                </a:schemeClr>
              </a:solidFill>
            </a:rPr>
            <a:t>Rohan</a:t>
          </a:r>
          <a:endParaRPr lang="en-IN" sz="2900" b="1" kern="1200" dirty="0">
            <a:solidFill>
              <a:schemeClr val="accent5">
                <a:lumMod val="40000"/>
                <a:lumOff val="60000"/>
              </a:schemeClr>
            </a:solidFill>
          </a:endParaRPr>
        </a:p>
      </dsp:txBody>
      <dsp:txXfrm>
        <a:off x="845745" y="84706"/>
        <a:ext cx="1335114" cy="1335114"/>
      </dsp:txXfrm>
    </dsp:sp>
    <dsp:sp modelId="{07712128-C6FA-4B8B-B3F7-6CB5CA4D3D07}">
      <dsp:nvSpPr>
        <dsp:cNvPr id="0" name=""/>
        <dsp:cNvSpPr/>
      </dsp:nvSpPr>
      <dsp:spPr>
        <a:xfrm>
          <a:off x="760619" y="-419"/>
          <a:ext cx="3777819" cy="3777819"/>
        </a:xfrm>
        <a:prstGeom prst="circularArrow">
          <a:avLst>
            <a:gd name="adj1" fmla="val 6898"/>
            <a:gd name="adj2" fmla="val 465012"/>
            <a:gd name="adj3" fmla="val 16750847"/>
            <a:gd name="adj4" fmla="val 15184141"/>
            <a:gd name="adj5" fmla="val 8047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799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99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087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45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0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8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65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12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646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39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68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58BE7-454D-4065-8DF6-3EC7C33115F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11E05-E17B-4DD0-B588-B22F41D65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02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diagramQuickStyle" Target="../diagrams/quickStyle1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12" Type="http://schemas.openxmlformats.org/officeDocument/2006/relationships/diagramLayout" Target="../diagrams/layout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diagramData" Target="../diagrams/data1.xml"/><Relationship Id="rId5" Type="http://schemas.openxmlformats.org/officeDocument/2006/relationships/slide" Target="slide4.xml"/><Relationship Id="rId15" Type="http://schemas.microsoft.com/office/2007/relationships/diagramDrawing" Target="../diagrams/drawing1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9.xml"/><Relationship Id="rId14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FC062-FAFB-76CC-C090-B4AF07A048A2}"/>
              </a:ext>
            </a:extLst>
          </p:cNvPr>
          <p:cNvSpPr/>
          <p:nvPr/>
        </p:nvSpPr>
        <p:spPr>
          <a:xfrm>
            <a:off x="0" y="-35127"/>
            <a:ext cx="9186672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0FE9EA-0BD4-1C36-79E2-72C26F1ED3DE}"/>
              </a:ext>
            </a:extLst>
          </p:cNvPr>
          <p:cNvSpPr/>
          <p:nvPr/>
        </p:nvSpPr>
        <p:spPr>
          <a:xfrm>
            <a:off x="0" y="35127"/>
            <a:ext cx="9186672" cy="1509439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ADA453-18E9-544C-7703-49C74237109B}"/>
              </a:ext>
            </a:extLst>
          </p:cNvPr>
          <p:cNvSpPr/>
          <p:nvPr/>
        </p:nvSpPr>
        <p:spPr>
          <a:xfrm>
            <a:off x="0" y="0"/>
            <a:ext cx="9186672" cy="150943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6134F746-98CB-28C0-0813-B3493D27B32C}"/>
              </a:ext>
            </a:extLst>
          </p:cNvPr>
          <p:cNvSpPr/>
          <p:nvPr/>
        </p:nvSpPr>
        <p:spPr>
          <a:xfrm>
            <a:off x="42672" y="1043177"/>
            <a:ext cx="1283208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13638-E46E-FACA-B45F-8A309F82A5E0}"/>
              </a:ext>
            </a:extLst>
          </p:cNvPr>
          <p:cNvSpPr/>
          <p:nvPr/>
        </p:nvSpPr>
        <p:spPr>
          <a:xfrm>
            <a:off x="0" y="0"/>
            <a:ext cx="9186672" cy="95484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HIDDEN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74BA0-8921-DAA6-5BCD-66607F52D74E}"/>
              </a:ext>
            </a:extLst>
          </p:cNvPr>
          <p:cNvSpPr txBox="1"/>
          <p:nvPr/>
        </p:nvSpPr>
        <p:spPr>
          <a:xfrm>
            <a:off x="594360" y="3028890"/>
            <a:ext cx="1817370" cy="400110"/>
          </a:xfrm>
          <a:prstGeom prst="rect">
            <a:avLst/>
          </a:prstGeom>
          <a:solidFill>
            <a:srgbClr val="000099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Frontend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2608E-EBE4-FCB9-AFBD-B256E33C9197}"/>
              </a:ext>
            </a:extLst>
          </p:cNvPr>
          <p:cNvSpPr txBox="1"/>
          <p:nvPr/>
        </p:nvSpPr>
        <p:spPr>
          <a:xfrm>
            <a:off x="3361944" y="3393595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Flask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 API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70CEC6-A03D-0CC0-8B03-D56EB35324DF}"/>
              </a:ext>
            </a:extLst>
          </p:cNvPr>
          <p:cNvSpPr txBox="1"/>
          <p:nvPr/>
        </p:nvSpPr>
        <p:spPr>
          <a:xfrm>
            <a:off x="5760339" y="3386281"/>
            <a:ext cx="2572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Collection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Hugging Face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8931B8-B169-253A-402A-832368A1BCA4}"/>
              </a:ext>
            </a:extLst>
          </p:cNvPr>
          <p:cNvSpPr txBox="1"/>
          <p:nvPr/>
        </p:nvSpPr>
        <p:spPr>
          <a:xfrm>
            <a:off x="3085338" y="4724099"/>
            <a:ext cx="2572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Vercel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Production (Domain)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</a:p>
        </p:txBody>
      </p:sp>
      <p:sp>
        <p:nvSpPr>
          <p:cNvPr id="16" name="Rectangle: Rounded Corners 15">
            <a:hlinkClick r:id="rId3" action="ppaction://hlinksldjump"/>
            <a:extLst>
              <a:ext uri="{FF2B5EF4-FFF2-40B4-BE49-F238E27FC236}">
                <a16:creationId xmlns:a16="http://schemas.microsoft.com/office/drawing/2014/main" id="{BDFC7641-884A-36A3-C0BB-42B68E1C5BE7}"/>
              </a:ext>
            </a:extLst>
          </p:cNvPr>
          <p:cNvSpPr/>
          <p:nvPr/>
        </p:nvSpPr>
        <p:spPr>
          <a:xfrm>
            <a:off x="1394460" y="1043177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7" name="Rectangle: Rounded Corners 16">
            <a:hlinkClick r:id="rId4" action="ppaction://hlinksldjump"/>
            <a:extLst>
              <a:ext uri="{FF2B5EF4-FFF2-40B4-BE49-F238E27FC236}">
                <a16:creationId xmlns:a16="http://schemas.microsoft.com/office/drawing/2014/main" id="{7347115D-3E45-CDBD-E7B7-318BC27A1AA0}"/>
              </a:ext>
            </a:extLst>
          </p:cNvPr>
          <p:cNvSpPr/>
          <p:nvPr/>
        </p:nvSpPr>
        <p:spPr>
          <a:xfrm>
            <a:off x="2372106" y="1043177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8" name="Rectangle: Rounded Corners 17">
            <a:hlinkClick r:id="rId5" action="ppaction://hlinksldjump"/>
            <a:extLst>
              <a:ext uri="{FF2B5EF4-FFF2-40B4-BE49-F238E27FC236}">
                <a16:creationId xmlns:a16="http://schemas.microsoft.com/office/drawing/2014/main" id="{ED02FE2D-FFD8-3064-E3F7-203A56900A3D}"/>
              </a:ext>
            </a:extLst>
          </p:cNvPr>
          <p:cNvSpPr/>
          <p:nvPr/>
        </p:nvSpPr>
        <p:spPr>
          <a:xfrm>
            <a:off x="3349752" y="1043177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9" name="Rectangle: Rounded Corners 18">
            <a:hlinkClick r:id="rId6" action="ppaction://hlinksldjump"/>
            <a:extLst>
              <a:ext uri="{FF2B5EF4-FFF2-40B4-BE49-F238E27FC236}">
                <a16:creationId xmlns:a16="http://schemas.microsoft.com/office/drawing/2014/main" id="{3C15DB3A-D360-3A1A-122A-B49F6D3F2FAB}"/>
              </a:ext>
            </a:extLst>
          </p:cNvPr>
          <p:cNvSpPr/>
          <p:nvPr/>
        </p:nvSpPr>
        <p:spPr>
          <a:xfrm>
            <a:off x="4328160" y="1043177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0" name="Rectangle: Rounded Corners 19">
            <a:hlinkClick r:id="rId7" action="ppaction://hlinksldjump"/>
            <a:extLst>
              <a:ext uri="{FF2B5EF4-FFF2-40B4-BE49-F238E27FC236}">
                <a16:creationId xmlns:a16="http://schemas.microsoft.com/office/drawing/2014/main" id="{974144BC-6E87-0F28-2014-F75C9F0AEC23}"/>
              </a:ext>
            </a:extLst>
          </p:cNvPr>
          <p:cNvSpPr/>
          <p:nvPr/>
        </p:nvSpPr>
        <p:spPr>
          <a:xfrm>
            <a:off x="5305806" y="1043177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1" name="Rectangle: Rounded Corners 20">
            <a:hlinkClick r:id="rId8" action="ppaction://hlinksldjump"/>
            <a:extLst>
              <a:ext uri="{FF2B5EF4-FFF2-40B4-BE49-F238E27FC236}">
                <a16:creationId xmlns:a16="http://schemas.microsoft.com/office/drawing/2014/main" id="{7B79A5D6-40B7-9FB8-7946-6FCA8EFE2BEF}"/>
              </a:ext>
            </a:extLst>
          </p:cNvPr>
          <p:cNvSpPr/>
          <p:nvPr/>
        </p:nvSpPr>
        <p:spPr>
          <a:xfrm>
            <a:off x="6283452" y="1043177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2" name="Rectangle: Rounded Corners 21">
            <a:hlinkClick r:id="rId9" action="ppaction://hlinksldjump"/>
            <a:extLst>
              <a:ext uri="{FF2B5EF4-FFF2-40B4-BE49-F238E27FC236}">
                <a16:creationId xmlns:a16="http://schemas.microsoft.com/office/drawing/2014/main" id="{9D7D1147-F3CB-6AA4-8D7F-AF2571014399}"/>
              </a:ext>
            </a:extLst>
          </p:cNvPr>
          <p:cNvSpPr/>
          <p:nvPr/>
        </p:nvSpPr>
        <p:spPr>
          <a:xfrm>
            <a:off x="7261098" y="1035236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17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389F236-27C7-F89B-0D2E-3DFB01F0527F}"/>
              </a:ext>
            </a:extLst>
          </p:cNvPr>
          <p:cNvSpPr/>
          <p:nvPr/>
        </p:nvSpPr>
        <p:spPr>
          <a:xfrm>
            <a:off x="1848993" y="1721507"/>
            <a:ext cx="5231638" cy="584775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Total Topics  To Complete The Project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DB7F12-3C21-0935-A395-95BCA0F52BAF}"/>
              </a:ext>
            </a:extLst>
          </p:cNvPr>
          <p:cNvSpPr txBox="1"/>
          <p:nvPr/>
        </p:nvSpPr>
        <p:spPr>
          <a:xfrm>
            <a:off x="3162300" y="3028890"/>
            <a:ext cx="1639062" cy="400110"/>
          </a:xfrm>
          <a:prstGeom prst="rect">
            <a:avLst/>
          </a:prstGeom>
          <a:solidFill>
            <a:srgbClr val="000099">
              <a:alpha val="20000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Backend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33AC94-03D6-01FC-E782-3D077D25CC10}"/>
              </a:ext>
            </a:extLst>
          </p:cNvPr>
          <p:cNvSpPr txBox="1"/>
          <p:nvPr/>
        </p:nvSpPr>
        <p:spPr>
          <a:xfrm>
            <a:off x="5343144" y="3028890"/>
            <a:ext cx="3022854" cy="400110"/>
          </a:xfrm>
          <a:prstGeom prst="rect">
            <a:avLst/>
          </a:prstGeom>
          <a:solidFill>
            <a:srgbClr val="000099">
              <a:alpha val="20000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Training &amp; Designing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CB523B-466E-6805-FAD5-82AB68297977}"/>
              </a:ext>
            </a:extLst>
          </p:cNvPr>
          <p:cNvSpPr/>
          <p:nvPr/>
        </p:nvSpPr>
        <p:spPr>
          <a:xfrm>
            <a:off x="145161" y="2555951"/>
            <a:ext cx="8889111" cy="3607105"/>
          </a:xfrm>
          <a:prstGeom prst="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ED1ADD-441C-FCC2-755C-D9AEF0592A0D}"/>
              </a:ext>
            </a:extLst>
          </p:cNvPr>
          <p:cNvSpPr txBox="1"/>
          <p:nvPr/>
        </p:nvSpPr>
        <p:spPr>
          <a:xfrm>
            <a:off x="533400" y="4266644"/>
            <a:ext cx="1878330" cy="400110"/>
          </a:xfrm>
          <a:prstGeom prst="rect">
            <a:avLst/>
          </a:prstGeom>
          <a:solidFill>
            <a:srgbClr val="000099">
              <a:alpha val="20000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Fine Tuning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CF5AA6-C26C-5BD7-D324-169761412A21}"/>
              </a:ext>
            </a:extLst>
          </p:cNvPr>
          <p:cNvSpPr txBox="1"/>
          <p:nvPr/>
        </p:nvSpPr>
        <p:spPr>
          <a:xfrm>
            <a:off x="3085338" y="4291993"/>
            <a:ext cx="2084832" cy="400110"/>
          </a:xfrm>
          <a:prstGeom prst="rect">
            <a:avLst/>
          </a:prstGeom>
          <a:solidFill>
            <a:srgbClr val="000099">
              <a:alpha val="20000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Deployment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074578-F658-BD42-C4DC-418A40632068}"/>
              </a:ext>
            </a:extLst>
          </p:cNvPr>
          <p:cNvSpPr txBox="1"/>
          <p:nvPr/>
        </p:nvSpPr>
        <p:spPr>
          <a:xfrm>
            <a:off x="5855208" y="4359503"/>
            <a:ext cx="2084832" cy="1015663"/>
          </a:xfrm>
          <a:prstGeom prst="rect">
            <a:avLst/>
          </a:prstGeom>
          <a:solidFill>
            <a:srgbClr val="000099">
              <a:alpha val="20000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Testing</a:t>
            </a:r>
          </a:p>
          <a:p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Management</a:t>
            </a:r>
          </a:p>
        </p:txBody>
      </p:sp>
      <p:sp>
        <p:nvSpPr>
          <p:cNvPr id="42" name="Rectangle: Rounded Corners 41">
            <a:hlinkClick r:id="rId10" action="ppaction://hlinksldjump"/>
            <a:extLst>
              <a:ext uri="{FF2B5EF4-FFF2-40B4-BE49-F238E27FC236}">
                <a16:creationId xmlns:a16="http://schemas.microsoft.com/office/drawing/2014/main" id="{636045CB-E0BC-1D3C-6154-AE4E43752C9F}"/>
              </a:ext>
            </a:extLst>
          </p:cNvPr>
          <p:cNvSpPr/>
          <p:nvPr/>
        </p:nvSpPr>
        <p:spPr>
          <a:xfrm>
            <a:off x="8223885" y="1043177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20867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98492-A2DE-1C19-B259-13C3790D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837041-CD1B-7A54-AA8B-4761315FC942}"/>
              </a:ext>
            </a:extLst>
          </p:cNvPr>
          <p:cNvSpPr/>
          <p:nvPr/>
        </p:nvSpPr>
        <p:spPr>
          <a:xfrm>
            <a:off x="42672" y="0"/>
            <a:ext cx="9144000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C70FA8-6953-8295-B8BA-0041FD57A9E8}"/>
              </a:ext>
            </a:extLst>
          </p:cNvPr>
          <p:cNvSpPr/>
          <p:nvPr/>
        </p:nvSpPr>
        <p:spPr>
          <a:xfrm>
            <a:off x="0" y="35128"/>
            <a:ext cx="9186672" cy="1130094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F1EA101-172F-6CF3-7D63-8587E080ACD7}"/>
              </a:ext>
            </a:extLst>
          </p:cNvPr>
          <p:cNvSpPr/>
          <p:nvPr/>
        </p:nvSpPr>
        <p:spPr>
          <a:xfrm>
            <a:off x="0" y="1"/>
            <a:ext cx="9186672" cy="1130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087C3C-11E6-5195-3D2D-9F0F074801D9}"/>
              </a:ext>
            </a:extLst>
          </p:cNvPr>
          <p:cNvGrpSpPr/>
          <p:nvPr/>
        </p:nvGrpSpPr>
        <p:grpSpPr>
          <a:xfrm>
            <a:off x="153464" y="1344226"/>
            <a:ext cx="8828489" cy="5299642"/>
            <a:chOff x="73152" y="1538629"/>
            <a:chExt cx="3736848" cy="275463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139F49D-6AD4-9044-EBAD-3F667DD9C968}"/>
                </a:ext>
              </a:extLst>
            </p:cNvPr>
            <p:cNvSpPr/>
            <p:nvPr/>
          </p:nvSpPr>
          <p:spPr>
            <a:xfrm>
              <a:off x="73152" y="1538629"/>
              <a:ext cx="3736848" cy="2754636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FC39B8-EF2B-3C43-7DCB-F437FB2A5622}"/>
                </a:ext>
              </a:extLst>
            </p:cNvPr>
            <p:cNvSpPr txBox="1"/>
            <p:nvPr/>
          </p:nvSpPr>
          <p:spPr>
            <a:xfrm>
              <a:off x="364955" y="1628376"/>
              <a:ext cx="960610" cy="367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Phases: </a:t>
              </a:r>
              <a:endParaRPr lang="en-IN" sz="36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F1FEE2-9216-3B53-BDBB-DEC7C90D2FAF}"/>
                </a:ext>
              </a:extLst>
            </p:cNvPr>
            <p:cNvSpPr txBox="1"/>
            <p:nvPr/>
          </p:nvSpPr>
          <p:spPr>
            <a:xfrm>
              <a:off x="1186119" y="1658110"/>
              <a:ext cx="2537655" cy="271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Learning, Structuring &amp; Project init </a:t>
              </a:r>
              <a:endParaRPr lang="en-IN" sz="2400" b="1" dirty="0">
                <a:solidFill>
                  <a:schemeClr val="accent3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407B468-0959-DD84-1D14-A202B9E0BEBB}"/>
              </a:ext>
            </a:extLst>
          </p:cNvPr>
          <p:cNvSpPr txBox="1"/>
          <p:nvPr/>
        </p:nvSpPr>
        <p:spPr>
          <a:xfrm>
            <a:off x="3186256" y="2958156"/>
            <a:ext cx="4686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Learning Init: 13 August 2026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Learning End: 01 October 2026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7794DD-C743-E150-D341-0C8EDA471210}"/>
              </a:ext>
            </a:extLst>
          </p:cNvPr>
          <p:cNvSpPr/>
          <p:nvPr/>
        </p:nvSpPr>
        <p:spPr>
          <a:xfrm>
            <a:off x="0" y="0"/>
            <a:ext cx="9186672" cy="57220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HIDDEN</a:t>
            </a:r>
            <a:endParaRPr lang="en-IN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4" name="Rectangle: Rounded Corners 43">
            <a:hlinkClick r:id="rId2" action="ppaction://hlinksldjump"/>
            <a:extLst>
              <a:ext uri="{FF2B5EF4-FFF2-40B4-BE49-F238E27FC236}">
                <a16:creationId xmlns:a16="http://schemas.microsoft.com/office/drawing/2014/main" id="{6AA9C4B0-FC90-53DF-3227-A7F9B2D4C9FF}"/>
              </a:ext>
            </a:extLst>
          </p:cNvPr>
          <p:cNvSpPr/>
          <p:nvPr/>
        </p:nvSpPr>
        <p:spPr>
          <a:xfrm>
            <a:off x="42671" y="668273"/>
            <a:ext cx="800193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6" name="Rectangle: Rounded Corners 45">
            <a:hlinkClick r:id="rId3" action="ppaction://hlinksldjump"/>
            <a:extLst>
              <a:ext uri="{FF2B5EF4-FFF2-40B4-BE49-F238E27FC236}">
                <a16:creationId xmlns:a16="http://schemas.microsoft.com/office/drawing/2014/main" id="{1E2DBCD1-69E7-7F7F-7ACB-BA970990E392}"/>
              </a:ext>
            </a:extLst>
          </p:cNvPr>
          <p:cNvSpPr/>
          <p:nvPr/>
        </p:nvSpPr>
        <p:spPr>
          <a:xfrm>
            <a:off x="885536" y="668273"/>
            <a:ext cx="1417990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8" name="Rectangle: Rounded Corners 47">
            <a:hlinkClick r:id="rId4" action="ppaction://hlinksldjump"/>
            <a:extLst>
              <a:ext uri="{FF2B5EF4-FFF2-40B4-BE49-F238E27FC236}">
                <a16:creationId xmlns:a16="http://schemas.microsoft.com/office/drawing/2014/main" id="{67275A34-672E-2438-6B9F-CBF17881E10C}"/>
              </a:ext>
            </a:extLst>
          </p:cNvPr>
          <p:cNvSpPr/>
          <p:nvPr/>
        </p:nvSpPr>
        <p:spPr>
          <a:xfrm>
            <a:off x="2372106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0" name="Rectangle: Rounded Corners 49">
            <a:hlinkClick r:id="rId5" action="ppaction://hlinksldjump"/>
            <a:extLst>
              <a:ext uri="{FF2B5EF4-FFF2-40B4-BE49-F238E27FC236}">
                <a16:creationId xmlns:a16="http://schemas.microsoft.com/office/drawing/2014/main" id="{9C799C22-6FB3-1E79-CAA2-1931C43CE6B2}"/>
              </a:ext>
            </a:extLst>
          </p:cNvPr>
          <p:cNvSpPr/>
          <p:nvPr/>
        </p:nvSpPr>
        <p:spPr>
          <a:xfrm>
            <a:off x="3349752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2" name="Rectangle: Rounded Corners 51">
            <a:hlinkClick r:id="rId6" action="ppaction://hlinksldjump"/>
            <a:extLst>
              <a:ext uri="{FF2B5EF4-FFF2-40B4-BE49-F238E27FC236}">
                <a16:creationId xmlns:a16="http://schemas.microsoft.com/office/drawing/2014/main" id="{C0B7EC59-7D56-FD34-0658-C9FEAFE703FE}"/>
              </a:ext>
            </a:extLst>
          </p:cNvPr>
          <p:cNvSpPr/>
          <p:nvPr/>
        </p:nvSpPr>
        <p:spPr>
          <a:xfrm>
            <a:off x="4328160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4" name="Rectangle: Rounded Corners 53">
            <a:hlinkClick r:id="rId7" action="ppaction://hlinksldjump"/>
            <a:extLst>
              <a:ext uri="{FF2B5EF4-FFF2-40B4-BE49-F238E27FC236}">
                <a16:creationId xmlns:a16="http://schemas.microsoft.com/office/drawing/2014/main" id="{CA335D6B-B64E-ED32-811C-A3C5EFA3AD4D}"/>
              </a:ext>
            </a:extLst>
          </p:cNvPr>
          <p:cNvSpPr/>
          <p:nvPr/>
        </p:nvSpPr>
        <p:spPr>
          <a:xfrm>
            <a:off x="5305806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6" name="Rectangle: Rounded Corners 55">
            <a:hlinkClick r:id="rId8" action="ppaction://hlinksldjump"/>
            <a:extLst>
              <a:ext uri="{FF2B5EF4-FFF2-40B4-BE49-F238E27FC236}">
                <a16:creationId xmlns:a16="http://schemas.microsoft.com/office/drawing/2014/main" id="{C537E2AF-BD0B-0AC8-09CE-EC127B244621}"/>
              </a:ext>
            </a:extLst>
          </p:cNvPr>
          <p:cNvSpPr/>
          <p:nvPr/>
        </p:nvSpPr>
        <p:spPr>
          <a:xfrm>
            <a:off x="6283452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hlinkClick r:id="rId9" action="ppaction://hlinksldjump"/>
            <a:extLst>
              <a:ext uri="{FF2B5EF4-FFF2-40B4-BE49-F238E27FC236}">
                <a16:creationId xmlns:a16="http://schemas.microsoft.com/office/drawing/2014/main" id="{C5B2F652-F2FC-A325-53D9-37B328A51197}"/>
              </a:ext>
            </a:extLst>
          </p:cNvPr>
          <p:cNvSpPr/>
          <p:nvPr/>
        </p:nvSpPr>
        <p:spPr>
          <a:xfrm>
            <a:off x="7261098" y="660332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17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AB109C-6743-CBEB-3C82-28595A33C9B5}"/>
              </a:ext>
            </a:extLst>
          </p:cNvPr>
          <p:cNvSpPr txBox="1"/>
          <p:nvPr/>
        </p:nvSpPr>
        <p:spPr>
          <a:xfrm>
            <a:off x="1146808" y="2971786"/>
            <a:ext cx="1879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Learning</a:t>
            </a:r>
            <a:endParaRPr lang="en-IN" sz="24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D634FE-0F0D-2472-A46B-996AF34DB4D0}"/>
              </a:ext>
            </a:extLst>
          </p:cNvPr>
          <p:cNvSpPr txBox="1"/>
          <p:nvPr/>
        </p:nvSpPr>
        <p:spPr>
          <a:xfrm>
            <a:off x="3173984" y="4173567"/>
            <a:ext cx="4809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Structuring Init: 05 October 2026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Structuring End: 01 November 2026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D56C81-09A4-C2AC-69A2-FC6C6E275423}"/>
              </a:ext>
            </a:extLst>
          </p:cNvPr>
          <p:cNvSpPr txBox="1"/>
          <p:nvPr/>
        </p:nvSpPr>
        <p:spPr>
          <a:xfrm>
            <a:off x="1080262" y="4256990"/>
            <a:ext cx="1879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Structuring</a:t>
            </a:r>
            <a:endParaRPr lang="en-IN" sz="2400" b="1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FC0375-A9D1-2258-97FD-549EA292065E}"/>
              </a:ext>
            </a:extLst>
          </p:cNvPr>
          <p:cNvSpPr txBox="1"/>
          <p:nvPr/>
        </p:nvSpPr>
        <p:spPr>
          <a:xfrm>
            <a:off x="3121406" y="5481841"/>
            <a:ext cx="4809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Project Init: 30 December 2026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Project End: 31 March 2026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AF2BD6-4B21-4CE9-7984-03193FFEE49F}"/>
              </a:ext>
            </a:extLst>
          </p:cNvPr>
          <p:cNvSpPr txBox="1"/>
          <p:nvPr/>
        </p:nvSpPr>
        <p:spPr>
          <a:xfrm>
            <a:off x="1026931" y="5585492"/>
            <a:ext cx="1879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Project Init</a:t>
            </a:r>
            <a:endParaRPr lang="en-IN" sz="2400" b="1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23344B2-DAFA-67F6-C943-3F81F4A2C8E9}"/>
              </a:ext>
            </a:extLst>
          </p:cNvPr>
          <p:cNvCxnSpPr>
            <a:cxnSpLocks/>
          </p:cNvCxnSpPr>
          <p:nvPr/>
        </p:nvCxnSpPr>
        <p:spPr>
          <a:xfrm>
            <a:off x="521208" y="5249478"/>
            <a:ext cx="6635497" cy="0"/>
          </a:xfrm>
          <a:prstGeom prst="line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EE55CF2-9CAB-1D2D-D4D3-EB1B27B994AF}"/>
              </a:ext>
            </a:extLst>
          </p:cNvPr>
          <p:cNvCxnSpPr>
            <a:cxnSpLocks/>
          </p:cNvCxnSpPr>
          <p:nvPr/>
        </p:nvCxnSpPr>
        <p:spPr>
          <a:xfrm>
            <a:off x="521208" y="2237755"/>
            <a:ext cx="7982712" cy="0"/>
          </a:xfrm>
          <a:prstGeom prst="line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1A54D6B-EC4D-81F2-FFCC-06B5E6DE877A}"/>
              </a:ext>
            </a:extLst>
          </p:cNvPr>
          <p:cNvCxnSpPr>
            <a:cxnSpLocks/>
          </p:cNvCxnSpPr>
          <p:nvPr/>
        </p:nvCxnSpPr>
        <p:spPr>
          <a:xfrm>
            <a:off x="503174" y="3838254"/>
            <a:ext cx="6610858" cy="0"/>
          </a:xfrm>
          <a:prstGeom prst="line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384180E-CFB2-8ED2-B4CC-9A3FAD6ED493}"/>
              </a:ext>
            </a:extLst>
          </p:cNvPr>
          <p:cNvSpPr txBox="1"/>
          <p:nvPr/>
        </p:nvSpPr>
        <p:spPr>
          <a:xfrm>
            <a:off x="7156705" y="3642952"/>
            <a:ext cx="121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4days gap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7945AB-ECFA-A7F3-CFDD-237E2CB860D1}"/>
              </a:ext>
            </a:extLst>
          </p:cNvPr>
          <p:cNvSpPr txBox="1"/>
          <p:nvPr/>
        </p:nvSpPr>
        <p:spPr>
          <a:xfrm>
            <a:off x="7261098" y="5047398"/>
            <a:ext cx="151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60 days gap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E7A6361-1C55-01E8-BBB4-B0E7EBB9E6FE}"/>
              </a:ext>
            </a:extLst>
          </p:cNvPr>
          <p:cNvGrpSpPr/>
          <p:nvPr/>
        </p:nvGrpSpPr>
        <p:grpSpPr>
          <a:xfrm>
            <a:off x="1279310" y="3013597"/>
            <a:ext cx="7935376" cy="408763"/>
            <a:chOff x="364955" y="1628376"/>
            <a:chExt cx="3358819" cy="33594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9699CB3-EC15-025F-42F6-AC9AF76C7A4A}"/>
                </a:ext>
              </a:extLst>
            </p:cNvPr>
            <p:cNvSpPr txBox="1"/>
            <p:nvPr/>
          </p:nvSpPr>
          <p:spPr>
            <a:xfrm>
              <a:off x="364955" y="1628376"/>
              <a:ext cx="960610" cy="3359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N" sz="36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6432086-8080-DC0B-D094-92A36CD9DEDD}"/>
                </a:ext>
              </a:extLst>
            </p:cNvPr>
            <p:cNvSpPr txBox="1"/>
            <p:nvPr/>
          </p:nvSpPr>
          <p:spPr>
            <a:xfrm>
              <a:off x="1186119" y="1658110"/>
              <a:ext cx="2537655" cy="2399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N" sz="2400" b="1" dirty="0">
                <a:solidFill>
                  <a:schemeClr val="accent3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34C4099A-8815-5573-894B-B0255AA81107}"/>
              </a:ext>
            </a:extLst>
          </p:cNvPr>
          <p:cNvSpPr/>
          <p:nvPr/>
        </p:nvSpPr>
        <p:spPr>
          <a:xfrm>
            <a:off x="6535802" y="46887"/>
            <a:ext cx="2565526" cy="45783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Project Phases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4" name="Rectangle: Rounded Corners 93">
            <a:hlinkClick r:id="rId10" action="ppaction://hlinksldjump"/>
            <a:extLst>
              <a:ext uri="{FF2B5EF4-FFF2-40B4-BE49-F238E27FC236}">
                <a16:creationId xmlns:a16="http://schemas.microsoft.com/office/drawing/2014/main" id="{A3EFCEF3-D1CB-E22F-3713-6428E2C9E931}"/>
              </a:ext>
            </a:extLst>
          </p:cNvPr>
          <p:cNvSpPr/>
          <p:nvPr/>
        </p:nvSpPr>
        <p:spPr>
          <a:xfrm>
            <a:off x="8212836" y="648329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64588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A855-271F-85FF-6CF1-AE817B7C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ED2855-610F-EE6A-993B-CBB8A11059CE}"/>
              </a:ext>
            </a:extLst>
          </p:cNvPr>
          <p:cNvSpPr/>
          <p:nvPr/>
        </p:nvSpPr>
        <p:spPr>
          <a:xfrm>
            <a:off x="42672" y="0"/>
            <a:ext cx="9144000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459AAE9-22A3-08F8-D79F-B6F12A2A4DF8}"/>
              </a:ext>
            </a:extLst>
          </p:cNvPr>
          <p:cNvSpPr/>
          <p:nvPr/>
        </p:nvSpPr>
        <p:spPr>
          <a:xfrm>
            <a:off x="0" y="35128"/>
            <a:ext cx="9186672" cy="1130094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4FC49C9-5194-31D8-D3A2-7B82053F5C61}"/>
              </a:ext>
            </a:extLst>
          </p:cNvPr>
          <p:cNvSpPr/>
          <p:nvPr/>
        </p:nvSpPr>
        <p:spPr>
          <a:xfrm>
            <a:off x="0" y="1"/>
            <a:ext cx="9186672" cy="1130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69BBFB-AA4B-E591-EE4E-3D79B7BA091B}"/>
              </a:ext>
            </a:extLst>
          </p:cNvPr>
          <p:cNvGrpSpPr/>
          <p:nvPr/>
        </p:nvGrpSpPr>
        <p:grpSpPr>
          <a:xfrm>
            <a:off x="1457765" y="1912660"/>
            <a:ext cx="3183701" cy="2135775"/>
            <a:chOff x="73153" y="1538629"/>
            <a:chExt cx="3346617" cy="242596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7F9D3C3-446A-AD8E-1E55-7AC118A3B3BF}"/>
                </a:ext>
              </a:extLst>
            </p:cNvPr>
            <p:cNvSpPr/>
            <p:nvPr/>
          </p:nvSpPr>
          <p:spPr>
            <a:xfrm>
              <a:off x="73153" y="1538629"/>
              <a:ext cx="2853894" cy="2425962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6BEC6E-FA21-8764-456E-CDCF0D6273D0}"/>
                </a:ext>
              </a:extLst>
            </p:cNvPr>
            <p:cNvSpPr txBox="1"/>
            <p:nvPr/>
          </p:nvSpPr>
          <p:spPr>
            <a:xfrm>
              <a:off x="638149" y="1757734"/>
              <a:ext cx="228889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</a:rPr>
                <a:t>Rohan:</a:t>
              </a:r>
              <a:endParaRPr lang="en-I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D6DA0EE-0107-0FE1-D1E2-19E6C89A3011}"/>
                </a:ext>
              </a:extLst>
            </p:cNvPr>
            <p:cNvSpPr txBox="1"/>
            <p:nvPr/>
          </p:nvSpPr>
          <p:spPr>
            <a:xfrm>
              <a:off x="420640" y="2491715"/>
              <a:ext cx="299913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Data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i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Backend</a:t>
              </a:r>
              <a:endParaRPr lang="en-IN" i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860C27-B778-6938-49FE-85837D698D42}"/>
              </a:ext>
            </a:extLst>
          </p:cNvPr>
          <p:cNvGrpSpPr/>
          <p:nvPr/>
        </p:nvGrpSpPr>
        <p:grpSpPr>
          <a:xfrm>
            <a:off x="4965435" y="3780165"/>
            <a:ext cx="2582415" cy="2135776"/>
            <a:chOff x="4085284" y="1538630"/>
            <a:chExt cx="2582415" cy="213577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93BF35F-C697-62F4-130A-569A8BA1F25E}"/>
                </a:ext>
              </a:extLst>
            </p:cNvPr>
            <p:cNvSpPr/>
            <p:nvPr/>
          </p:nvSpPr>
          <p:spPr>
            <a:xfrm>
              <a:off x="4085284" y="1538630"/>
              <a:ext cx="2582415" cy="2135776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844629-EF51-D373-263E-EEF85B7C53F2}"/>
                </a:ext>
              </a:extLst>
            </p:cNvPr>
            <p:cNvSpPr txBox="1"/>
            <p:nvPr/>
          </p:nvSpPr>
          <p:spPr>
            <a:xfrm>
              <a:off x="4443642" y="1757994"/>
              <a:ext cx="21852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</a:rPr>
                <a:t>Apurva: 5W</a:t>
              </a:r>
              <a:endParaRPr lang="en-I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8F513B-D887-D614-F52D-D912F1518A80}"/>
                </a:ext>
              </a:extLst>
            </p:cNvPr>
            <p:cNvSpPr txBox="1"/>
            <p:nvPr/>
          </p:nvSpPr>
          <p:spPr>
            <a:xfrm>
              <a:off x="4507568" y="2375624"/>
              <a:ext cx="20639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Backend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Deployment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Error Handling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BE1EFC-6C30-8AE7-69C4-4659DAD497ED}"/>
              </a:ext>
            </a:extLst>
          </p:cNvPr>
          <p:cNvGrpSpPr/>
          <p:nvPr/>
        </p:nvGrpSpPr>
        <p:grpSpPr>
          <a:xfrm>
            <a:off x="4317841" y="1737622"/>
            <a:ext cx="3230009" cy="1947766"/>
            <a:chOff x="42672" y="4183947"/>
            <a:chExt cx="3060289" cy="194776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D0A6199-CF28-B918-B6F0-BE3DC9EBFA8E}"/>
                </a:ext>
              </a:extLst>
            </p:cNvPr>
            <p:cNvSpPr/>
            <p:nvPr/>
          </p:nvSpPr>
          <p:spPr>
            <a:xfrm>
              <a:off x="42672" y="4183947"/>
              <a:ext cx="3060289" cy="1938152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2B8A79-35E4-82F6-A742-382184F67013}"/>
                </a:ext>
              </a:extLst>
            </p:cNvPr>
            <p:cNvSpPr txBox="1"/>
            <p:nvPr/>
          </p:nvSpPr>
          <p:spPr>
            <a:xfrm>
              <a:off x="607670" y="4403051"/>
              <a:ext cx="22783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</a:rPr>
                <a:t>Shivam: 5W</a:t>
              </a:r>
              <a:endParaRPr lang="en-I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D54A55-D1D5-3F4D-5354-01FFD9272C16}"/>
                </a:ext>
              </a:extLst>
            </p:cNvPr>
            <p:cNvSpPr txBox="1"/>
            <p:nvPr/>
          </p:nvSpPr>
          <p:spPr>
            <a:xfrm>
              <a:off x="396240" y="4931384"/>
              <a:ext cx="21975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Frontend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Deep Learning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Management </a:t>
              </a:r>
              <a:endParaRPr lang="en-IN" i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BFFBE4-CDBB-FAB3-0369-D442F3469C08}"/>
              </a:ext>
            </a:extLst>
          </p:cNvPr>
          <p:cNvGrpSpPr/>
          <p:nvPr/>
        </p:nvGrpSpPr>
        <p:grpSpPr>
          <a:xfrm>
            <a:off x="2052466" y="4204018"/>
            <a:ext cx="2758293" cy="2135775"/>
            <a:chOff x="5457053" y="4223608"/>
            <a:chExt cx="3264553" cy="213577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2E7424C-2C85-EAC9-993D-522B3A3C1E9D}"/>
                </a:ext>
              </a:extLst>
            </p:cNvPr>
            <p:cNvSpPr/>
            <p:nvPr/>
          </p:nvSpPr>
          <p:spPr>
            <a:xfrm>
              <a:off x="5457053" y="4223608"/>
              <a:ext cx="3264553" cy="2135775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A8F788E-CA74-F97C-36A0-B90141B00581}"/>
                </a:ext>
              </a:extLst>
            </p:cNvPr>
            <p:cNvSpPr txBox="1"/>
            <p:nvPr/>
          </p:nvSpPr>
          <p:spPr>
            <a:xfrm>
              <a:off x="5990438" y="4442713"/>
              <a:ext cx="2262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</a:rPr>
                <a:t>Sunil: 5W</a:t>
              </a:r>
              <a:endParaRPr lang="en-I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C2EB08-D6F0-E0F1-E53A-BA03D0679F11}"/>
                </a:ext>
              </a:extLst>
            </p:cNvPr>
            <p:cNvSpPr txBox="1"/>
            <p:nvPr/>
          </p:nvSpPr>
          <p:spPr>
            <a:xfrm>
              <a:off x="5779009" y="4971046"/>
              <a:ext cx="294259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Design &amp; Training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Fine Tuning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Report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Presentation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3A1FB7A-620A-B5AD-197E-1E890A41227E}"/>
              </a:ext>
            </a:extLst>
          </p:cNvPr>
          <p:cNvSpPr/>
          <p:nvPr/>
        </p:nvSpPr>
        <p:spPr>
          <a:xfrm>
            <a:off x="0" y="0"/>
            <a:ext cx="9186672" cy="57220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HIDDEN</a:t>
            </a:r>
            <a:endParaRPr lang="en-IN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2" name="Rectangle: Rounded Corners 41">
            <a:hlinkClick r:id="rId2" action="ppaction://hlinksldjump"/>
            <a:extLst>
              <a:ext uri="{FF2B5EF4-FFF2-40B4-BE49-F238E27FC236}">
                <a16:creationId xmlns:a16="http://schemas.microsoft.com/office/drawing/2014/main" id="{5FEC4AE8-3EE5-7314-211E-A99CC2F1A082}"/>
              </a:ext>
            </a:extLst>
          </p:cNvPr>
          <p:cNvSpPr/>
          <p:nvPr/>
        </p:nvSpPr>
        <p:spPr>
          <a:xfrm>
            <a:off x="42671" y="668273"/>
            <a:ext cx="800193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4" name="Rectangle: Rounded Corners 43">
            <a:hlinkClick r:id="rId3" action="ppaction://hlinksldjump"/>
            <a:extLst>
              <a:ext uri="{FF2B5EF4-FFF2-40B4-BE49-F238E27FC236}">
                <a16:creationId xmlns:a16="http://schemas.microsoft.com/office/drawing/2014/main" id="{7997263F-DB02-9D17-0918-0CC20EDC263A}"/>
              </a:ext>
            </a:extLst>
          </p:cNvPr>
          <p:cNvSpPr/>
          <p:nvPr/>
        </p:nvSpPr>
        <p:spPr>
          <a:xfrm>
            <a:off x="885536" y="668273"/>
            <a:ext cx="902800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6" name="Rectangle: Rounded Corners 45">
            <a:hlinkClick r:id="rId4" action="ppaction://hlinksldjump"/>
            <a:extLst>
              <a:ext uri="{FF2B5EF4-FFF2-40B4-BE49-F238E27FC236}">
                <a16:creationId xmlns:a16="http://schemas.microsoft.com/office/drawing/2014/main" id="{3EB69164-6DFB-273B-327B-87BCE6F1311E}"/>
              </a:ext>
            </a:extLst>
          </p:cNvPr>
          <p:cNvSpPr/>
          <p:nvPr/>
        </p:nvSpPr>
        <p:spPr>
          <a:xfrm>
            <a:off x="1831008" y="668273"/>
            <a:ext cx="145016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8" name="Rectangle: Rounded Corners 47">
            <a:hlinkClick r:id="rId5" action="ppaction://hlinksldjump"/>
            <a:extLst>
              <a:ext uri="{FF2B5EF4-FFF2-40B4-BE49-F238E27FC236}">
                <a16:creationId xmlns:a16="http://schemas.microsoft.com/office/drawing/2014/main" id="{6ED4F5A1-72B9-63C7-5DC4-89F5DF48F029}"/>
              </a:ext>
            </a:extLst>
          </p:cNvPr>
          <p:cNvSpPr/>
          <p:nvPr/>
        </p:nvSpPr>
        <p:spPr>
          <a:xfrm>
            <a:off x="3349752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0" name="Rectangle: Rounded Corners 49">
            <a:hlinkClick r:id="rId6" action="ppaction://hlinksldjump"/>
            <a:extLst>
              <a:ext uri="{FF2B5EF4-FFF2-40B4-BE49-F238E27FC236}">
                <a16:creationId xmlns:a16="http://schemas.microsoft.com/office/drawing/2014/main" id="{8EBB70F3-9D8B-D8C2-F604-531D443B0212}"/>
              </a:ext>
            </a:extLst>
          </p:cNvPr>
          <p:cNvSpPr/>
          <p:nvPr/>
        </p:nvSpPr>
        <p:spPr>
          <a:xfrm>
            <a:off x="4328160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2" name="Rectangle: Rounded Corners 51">
            <a:hlinkClick r:id="rId7" action="ppaction://hlinksldjump"/>
            <a:extLst>
              <a:ext uri="{FF2B5EF4-FFF2-40B4-BE49-F238E27FC236}">
                <a16:creationId xmlns:a16="http://schemas.microsoft.com/office/drawing/2014/main" id="{19BE7A77-F14D-B890-A805-4DE969FB04A9}"/>
              </a:ext>
            </a:extLst>
          </p:cNvPr>
          <p:cNvSpPr/>
          <p:nvPr/>
        </p:nvSpPr>
        <p:spPr>
          <a:xfrm>
            <a:off x="5305806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4" name="Rectangle: Rounded Corners 53">
            <a:hlinkClick r:id="rId8" action="ppaction://hlinksldjump"/>
            <a:extLst>
              <a:ext uri="{FF2B5EF4-FFF2-40B4-BE49-F238E27FC236}">
                <a16:creationId xmlns:a16="http://schemas.microsoft.com/office/drawing/2014/main" id="{4CE5657A-8C56-C361-AC28-7F754132B248}"/>
              </a:ext>
            </a:extLst>
          </p:cNvPr>
          <p:cNvSpPr/>
          <p:nvPr/>
        </p:nvSpPr>
        <p:spPr>
          <a:xfrm>
            <a:off x="6283452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6" name="Rectangle: Rounded Corners 55">
            <a:hlinkClick r:id="rId9" action="ppaction://hlinksldjump"/>
            <a:extLst>
              <a:ext uri="{FF2B5EF4-FFF2-40B4-BE49-F238E27FC236}">
                <a16:creationId xmlns:a16="http://schemas.microsoft.com/office/drawing/2014/main" id="{12E0494B-E0F0-A927-2F8F-63509137A689}"/>
              </a:ext>
            </a:extLst>
          </p:cNvPr>
          <p:cNvSpPr/>
          <p:nvPr/>
        </p:nvSpPr>
        <p:spPr>
          <a:xfrm>
            <a:off x="823493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8" name="Rectangle: Rounded Corners 57">
            <a:hlinkClick r:id="rId10" action="ppaction://hlinksldjump"/>
            <a:extLst>
              <a:ext uri="{FF2B5EF4-FFF2-40B4-BE49-F238E27FC236}">
                <a16:creationId xmlns:a16="http://schemas.microsoft.com/office/drawing/2014/main" id="{3556A83D-1D8A-B22F-D8C2-8C940F73DA87}"/>
              </a:ext>
            </a:extLst>
          </p:cNvPr>
          <p:cNvSpPr/>
          <p:nvPr/>
        </p:nvSpPr>
        <p:spPr>
          <a:xfrm>
            <a:off x="7261098" y="660332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17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0139001-AAFD-879E-7443-9504E265AAAD}"/>
              </a:ext>
            </a:extLst>
          </p:cNvPr>
          <p:cNvSpPr/>
          <p:nvPr/>
        </p:nvSpPr>
        <p:spPr>
          <a:xfrm>
            <a:off x="6535802" y="46887"/>
            <a:ext cx="2565526" cy="45783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Head Of Segments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366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2FB84-251A-0175-5C4C-D608048E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0242EA-2120-F52D-992E-6AD9A7C04E13}"/>
              </a:ext>
            </a:extLst>
          </p:cNvPr>
          <p:cNvSpPr/>
          <p:nvPr/>
        </p:nvSpPr>
        <p:spPr>
          <a:xfrm>
            <a:off x="42672" y="0"/>
            <a:ext cx="9144000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EAB991B-291D-4A25-8B6A-19E2D7816348}"/>
              </a:ext>
            </a:extLst>
          </p:cNvPr>
          <p:cNvSpPr/>
          <p:nvPr/>
        </p:nvSpPr>
        <p:spPr>
          <a:xfrm>
            <a:off x="0" y="35128"/>
            <a:ext cx="9186672" cy="1130094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90D4581-8D82-B485-8E84-013F8C225F7F}"/>
              </a:ext>
            </a:extLst>
          </p:cNvPr>
          <p:cNvSpPr/>
          <p:nvPr/>
        </p:nvSpPr>
        <p:spPr>
          <a:xfrm>
            <a:off x="0" y="1"/>
            <a:ext cx="9186672" cy="1130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7329D5-8EF3-DF4C-252B-A20F5FE37FE2}"/>
              </a:ext>
            </a:extLst>
          </p:cNvPr>
          <p:cNvGrpSpPr/>
          <p:nvPr/>
        </p:nvGrpSpPr>
        <p:grpSpPr>
          <a:xfrm>
            <a:off x="549704" y="1709986"/>
            <a:ext cx="8370775" cy="4914334"/>
            <a:chOff x="73152" y="1538629"/>
            <a:chExt cx="3736848" cy="275463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A9D908B-8996-9B2E-27FB-E0F515FD8191}"/>
                </a:ext>
              </a:extLst>
            </p:cNvPr>
            <p:cNvSpPr/>
            <p:nvPr/>
          </p:nvSpPr>
          <p:spPr>
            <a:xfrm>
              <a:off x="73152" y="1538629"/>
              <a:ext cx="3736848" cy="2754636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2FC256-BE23-6323-75FB-F66BE353714B}"/>
                </a:ext>
              </a:extLst>
            </p:cNvPr>
            <p:cNvSpPr txBox="1"/>
            <p:nvPr/>
          </p:nvSpPr>
          <p:spPr>
            <a:xfrm>
              <a:off x="1435714" y="1623033"/>
              <a:ext cx="1303888" cy="293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Rohan: 5W</a:t>
              </a:r>
              <a:endPara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D0248D-F83C-87E4-3ECA-8190DC229ED1}"/>
              </a:ext>
            </a:extLst>
          </p:cNvPr>
          <p:cNvSpPr txBox="1"/>
          <p:nvPr/>
        </p:nvSpPr>
        <p:spPr>
          <a:xfrm>
            <a:off x="890936" y="2674910"/>
            <a:ext cx="3367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Data Analysis : 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8F20F-5C7F-83D7-18F9-28D8AC155D20}"/>
              </a:ext>
            </a:extLst>
          </p:cNvPr>
          <p:cNvSpPr txBox="1"/>
          <p:nvPr/>
        </p:nvSpPr>
        <p:spPr>
          <a:xfrm>
            <a:off x="842864" y="4045914"/>
            <a:ext cx="4185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Feature Engineering: 1W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F076F-9C27-74E8-72CF-9BCB0017D8DF}"/>
              </a:ext>
            </a:extLst>
          </p:cNvPr>
          <p:cNvSpPr txBox="1"/>
          <p:nvPr/>
        </p:nvSpPr>
        <p:spPr>
          <a:xfrm>
            <a:off x="1293116" y="3029231"/>
            <a:ext cx="2339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 err="1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Numpy</a:t>
            </a:r>
            <a:endParaRPr lang="en-IN" sz="1600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Pandas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Matplotlib / Seaborn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4490B5-4654-3308-6EC6-1E15C933F5D2}"/>
              </a:ext>
            </a:extLst>
          </p:cNvPr>
          <p:cNvSpPr txBox="1"/>
          <p:nvPr/>
        </p:nvSpPr>
        <p:spPr>
          <a:xfrm>
            <a:off x="1336458" y="4404992"/>
            <a:ext cx="23395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Missing Values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Imbalanced Dataset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391A60-9D23-3149-E1C8-B2F2EF7096A8}"/>
              </a:ext>
            </a:extLst>
          </p:cNvPr>
          <p:cNvSpPr txBox="1"/>
          <p:nvPr/>
        </p:nvSpPr>
        <p:spPr>
          <a:xfrm>
            <a:off x="4885184" y="2674910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EDA: 1W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8FE02-DE1D-B3CB-4F47-FA0361415C33}"/>
              </a:ext>
            </a:extLst>
          </p:cNvPr>
          <p:cNvSpPr txBox="1"/>
          <p:nvPr/>
        </p:nvSpPr>
        <p:spPr>
          <a:xfrm>
            <a:off x="5250549" y="3118843"/>
            <a:ext cx="265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Practise     -   4   Dataset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Training      -   3  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2C2DD4-889B-9587-8A50-C001C2058A3C}"/>
              </a:ext>
            </a:extLst>
          </p:cNvPr>
          <p:cNvSpPr txBox="1"/>
          <p:nvPr/>
        </p:nvSpPr>
        <p:spPr>
          <a:xfrm>
            <a:off x="4944872" y="4045914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Backend: 2W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9D8A6E-8BBE-0B01-5A0A-7203B64D4E64}"/>
              </a:ext>
            </a:extLst>
          </p:cNvPr>
          <p:cNvSpPr txBox="1"/>
          <p:nvPr/>
        </p:nvSpPr>
        <p:spPr>
          <a:xfrm>
            <a:off x="5321363" y="4467568"/>
            <a:ext cx="265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Flask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5C2588-37C2-35E3-A2D1-CFBF5BC68EF6}"/>
              </a:ext>
            </a:extLst>
          </p:cNvPr>
          <p:cNvSpPr txBox="1"/>
          <p:nvPr/>
        </p:nvSpPr>
        <p:spPr>
          <a:xfrm>
            <a:off x="4944872" y="5186085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Other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97CB84-3594-BB9E-D46B-063BE692C69C}"/>
              </a:ext>
            </a:extLst>
          </p:cNvPr>
          <p:cNvSpPr txBox="1"/>
          <p:nvPr/>
        </p:nvSpPr>
        <p:spPr>
          <a:xfrm>
            <a:off x="5336574" y="5647750"/>
            <a:ext cx="265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9F3A6-BA15-7AF9-2158-5D0941D6F8D2}"/>
              </a:ext>
            </a:extLst>
          </p:cNvPr>
          <p:cNvSpPr txBox="1"/>
          <p:nvPr/>
        </p:nvSpPr>
        <p:spPr>
          <a:xfrm>
            <a:off x="885536" y="5524192"/>
            <a:ext cx="304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GitHub Advance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CE6FEC-9DDA-A5AF-82D7-E2585D3F0B25}"/>
              </a:ext>
            </a:extLst>
          </p:cNvPr>
          <p:cNvSpPr/>
          <p:nvPr/>
        </p:nvSpPr>
        <p:spPr>
          <a:xfrm>
            <a:off x="0" y="0"/>
            <a:ext cx="9186672" cy="57220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HIDDEN</a:t>
            </a:r>
            <a:endParaRPr lang="en-IN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3" name="Rectangle: Rounded Corners 22">
            <a:hlinkClick r:id="rId2" action="ppaction://hlinksldjump"/>
            <a:extLst>
              <a:ext uri="{FF2B5EF4-FFF2-40B4-BE49-F238E27FC236}">
                <a16:creationId xmlns:a16="http://schemas.microsoft.com/office/drawing/2014/main" id="{4CCEF523-498A-3064-6132-404D348CC549}"/>
              </a:ext>
            </a:extLst>
          </p:cNvPr>
          <p:cNvSpPr/>
          <p:nvPr/>
        </p:nvSpPr>
        <p:spPr>
          <a:xfrm>
            <a:off x="42671" y="668273"/>
            <a:ext cx="800193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5" name="Rectangle: Rounded Corners 24">
            <a:hlinkClick r:id="rId3" action="ppaction://hlinksldjump"/>
            <a:extLst>
              <a:ext uri="{FF2B5EF4-FFF2-40B4-BE49-F238E27FC236}">
                <a16:creationId xmlns:a16="http://schemas.microsoft.com/office/drawing/2014/main" id="{F2427B53-11C5-4A2C-8042-8BD53949B27A}"/>
              </a:ext>
            </a:extLst>
          </p:cNvPr>
          <p:cNvSpPr/>
          <p:nvPr/>
        </p:nvSpPr>
        <p:spPr>
          <a:xfrm>
            <a:off x="885536" y="668273"/>
            <a:ext cx="89246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7" name="Rectangle: Rounded Corners 26">
            <a:hlinkClick r:id="rId4" action="ppaction://hlinksldjump"/>
            <a:extLst>
              <a:ext uri="{FF2B5EF4-FFF2-40B4-BE49-F238E27FC236}">
                <a16:creationId xmlns:a16="http://schemas.microsoft.com/office/drawing/2014/main" id="{B2D87312-A1DE-908B-72DF-A1490DB05CCB}"/>
              </a:ext>
            </a:extLst>
          </p:cNvPr>
          <p:cNvSpPr/>
          <p:nvPr/>
        </p:nvSpPr>
        <p:spPr>
          <a:xfrm>
            <a:off x="1842770" y="668273"/>
            <a:ext cx="753110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424B45D0-AC81-21B4-54AB-C3C495E676AD}"/>
              </a:ext>
            </a:extLst>
          </p:cNvPr>
          <p:cNvSpPr/>
          <p:nvPr/>
        </p:nvSpPr>
        <p:spPr>
          <a:xfrm>
            <a:off x="2660650" y="668273"/>
            <a:ext cx="1598168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1" name="Rectangle: Rounded Corners 30">
            <a:hlinkClick r:id="rId6" action="ppaction://hlinksldjump"/>
            <a:extLst>
              <a:ext uri="{FF2B5EF4-FFF2-40B4-BE49-F238E27FC236}">
                <a16:creationId xmlns:a16="http://schemas.microsoft.com/office/drawing/2014/main" id="{F52C9343-D3F0-191B-8822-834C62622D90}"/>
              </a:ext>
            </a:extLst>
          </p:cNvPr>
          <p:cNvSpPr/>
          <p:nvPr/>
        </p:nvSpPr>
        <p:spPr>
          <a:xfrm>
            <a:off x="4328160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3" name="Rectangle: Rounded Corners 32">
            <a:hlinkClick r:id="rId7" action="ppaction://hlinksldjump"/>
            <a:extLst>
              <a:ext uri="{FF2B5EF4-FFF2-40B4-BE49-F238E27FC236}">
                <a16:creationId xmlns:a16="http://schemas.microsoft.com/office/drawing/2014/main" id="{4D3496D0-CBE5-B017-8696-1081DA798D39}"/>
              </a:ext>
            </a:extLst>
          </p:cNvPr>
          <p:cNvSpPr/>
          <p:nvPr/>
        </p:nvSpPr>
        <p:spPr>
          <a:xfrm>
            <a:off x="5305806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5" name="Rectangle: Rounded Corners 34">
            <a:hlinkClick r:id="rId8" action="ppaction://hlinksldjump"/>
            <a:extLst>
              <a:ext uri="{FF2B5EF4-FFF2-40B4-BE49-F238E27FC236}">
                <a16:creationId xmlns:a16="http://schemas.microsoft.com/office/drawing/2014/main" id="{287F5C8C-05AA-E291-3E25-EAC7E01D7749}"/>
              </a:ext>
            </a:extLst>
          </p:cNvPr>
          <p:cNvSpPr/>
          <p:nvPr/>
        </p:nvSpPr>
        <p:spPr>
          <a:xfrm>
            <a:off x="6283452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7" name="Rectangle: Rounded Corners 36">
            <a:hlinkClick r:id="rId9" action="ppaction://hlinksldjump"/>
            <a:extLst>
              <a:ext uri="{FF2B5EF4-FFF2-40B4-BE49-F238E27FC236}">
                <a16:creationId xmlns:a16="http://schemas.microsoft.com/office/drawing/2014/main" id="{6F131860-2F2D-E77C-6953-FB0A69549FCC}"/>
              </a:ext>
            </a:extLst>
          </p:cNvPr>
          <p:cNvSpPr/>
          <p:nvPr/>
        </p:nvSpPr>
        <p:spPr>
          <a:xfrm>
            <a:off x="823493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9" name="Rectangle: Rounded Corners 38">
            <a:hlinkClick r:id="rId10" action="ppaction://hlinksldjump"/>
            <a:extLst>
              <a:ext uri="{FF2B5EF4-FFF2-40B4-BE49-F238E27FC236}">
                <a16:creationId xmlns:a16="http://schemas.microsoft.com/office/drawing/2014/main" id="{75E667AF-BB59-54B3-3130-933F25948555}"/>
              </a:ext>
            </a:extLst>
          </p:cNvPr>
          <p:cNvSpPr/>
          <p:nvPr/>
        </p:nvSpPr>
        <p:spPr>
          <a:xfrm>
            <a:off x="7261098" y="660332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17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ACAFDE0-C777-8388-AE50-4C778291E934}"/>
              </a:ext>
            </a:extLst>
          </p:cNvPr>
          <p:cNvSpPr/>
          <p:nvPr/>
        </p:nvSpPr>
        <p:spPr>
          <a:xfrm>
            <a:off x="7192518" y="46887"/>
            <a:ext cx="1908810" cy="45783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Division</a:t>
            </a:r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51BBFD8-DAC5-F5DA-C15B-F628B3526D9E}"/>
              </a:ext>
            </a:extLst>
          </p:cNvPr>
          <p:cNvCxnSpPr>
            <a:cxnSpLocks/>
          </p:cNvCxnSpPr>
          <p:nvPr/>
        </p:nvCxnSpPr>
        <p:spPr>
          <a:xfrm>
            <a:off x="746491" y="2473975"/>
            <a:ext cx="7982712" cy="0"/>
          </a:xfrm>
          <a:prstGeom prst="line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673324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C0DE-2D8A-49A4-1A82-AB8C168A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03F82-ED96-3358-E908-AE15B09F11F8}"/>
              </a:ext>
            </a:extLst>
          </p:cNvPr>
          <p:cNvSpPr/>
          <p:nvPr/>
        </p:nvSpPr>
        <p:spPr>
          <a:xfrm>
            <a:off x="42672" y="0"/>
            <a:ext cx="9144000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CE826C-CCC0-E87C-0EE0-6ED7169A7725}"/>
              </a:ext>
            </a:extLst>
          </p:cNvPr>
          <p:cNvSpPr/>
          <p:nvPr/>
        </p:nvSpPr>
        <p:spPr>
          <a:xfrm>
            <a:off x="0" y="35128"/>
            <a:ext cx="9186672" cy="1130094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AA5516-CD29-5317-C52C-62DE4A02972C}"/>
              </a:ext>
            </a:extLst>
          </p:cNvPr>
          <p:cNvSpPr/>
          <p:nvPr/>
        </p:nvSpPr>
        <p:spPr>
          <a:xfrm>
            <a:off x="0" y="1"/>
            <a:ext cx="9186672" cy="1130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E5A13B-9934-B92D-3E01-FA8C332BC26E}"/>
              </a:ext>
            </a:extLst>
          </p:cNvPr>
          <p:cNvGrpSpPr/>
          <p:nvPr/>
        </p:nvGrpSpPr>
        <p:grpSpPr>
          <a:xfrm>
            <a:off x="549704" y="1709986"/>
            <a:ext cx="8370775" cy="4914334"/>
            <a:chOff x="73152" y="1538629"/>
            <a:chExt cx="3736848" cy="275463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F3C7615-7029-5051-1995-5E44D2448449}"/>
                </a:ext>
              </a:extLst>
            </p:cNvPr>
            <p:cNvSpPr/>
            <p:nvPr/>
          </p:nvSpPr>
          <p:spPr>
            <a:xfrm>
              <a:off x="73152" y="1538629"/>
              <a:ext cx="3736848" cy="2754636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C8812-1B13-EDD5-32E8-E026543E4555}"/>
                </a:ext>
              </a:extLst>
            </p:cNvPr>
            <p:cNvSpPr txBox="1"/>
            <p:nvPr/>
          </p:nvSpPr>
          <p:spPr>
            <a:xfrm>
              <a:off x="1435714" y="1623032"/>
              <a:ext cx="984129" cy="2932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Shivam: 5W</a:t>
              </a:r>
              <a:endPara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D68A25C-74AA-5B7F-AEE9-9B2E27B01E72}"/>
              </a:ext>
            </a:extLst>
          </p:cNvPr>
          <p:cNvSpPr txBox="1"/>
          <p:nvPr/>
        </p:nvSpPr>
        <p:spPr>
          <a:xfrm>
            <a:off x="1345086" y="2847874"/>
            <a:ext cx="3367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Deep Learning: 2W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A7BD3-BBB1-0DE7-ABEE-9861A8253C0B}"/>
              </a:ext>
            </a:extLst>
          </p:cNvPr>
          <p:cNvSpPr txBox="1"/>
          <p:nvPr/>
        </p:nvSpPr>
        <p:spPr>
          <a:xfrm>
            <a:off x="1387758" y="5451188"/>
            <a:ext cx="4185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Testing &amp; Project: 1W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F9336-0C6B-F3F5-4996-1F90174E1456}"/>
              </a:ext>
            </a:extLst>
          </p:cNvPr>
          <p:cNvSpPr txBox="1"/>
          <p:nvPr/>
        </p:nvSpPr>
        <p:spPr>
          <a:xfrm>
            <a:off x="1764578" y="3242718"/>
            <a:ext cx="2339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Keras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7FFA70-987E-D9D0-306C-2AC7D46EC1D9}"/>
              </a:ext>
            </a:extLst>
          </p:cNvPr>
          <p:cNvSpPr txBox="1"/>
          <p:nvPr/>
        </p:nvSpPr>
        <p:spPr>
          <a:xfrm>
            <a:off x="1345086" y="4245313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Model: 2W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EDFC9-3D6D-ADAE-318B-FC4E69E03F3A}"/>
              </a:ext>
            </a:extLst>
          </p:cNvPr>
          <p:cNvSpPr txBox="1"/>
          <p:nvPr/>
        </p:nvSpPr>
        <p:spPr>
          <a:xfrm>
            <a:off x="1764578" y="4694685"/>
            <a:ext cx="265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RAG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C58AB6-E35A-A06C-C1CE-9E690B2D1FE7}"/>
              </a:ext>
            </a:extLst>
          </p:cNvPr>
          <p:cNvSpPr txBox="1"/>
          <p:nvPr/>
        </p:nvSpPr>
        <p:spPr>
          <a:xfrm>
            <a:off x="5097237" y="2847874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Management </a:t>
            </a:r>
            <a:endParaRPr lang="en-IN" sz="24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529967-1261-D90D-24F2-BB5EFDB88673}"/>
              </a:ext>
            </a:extLst>
          </p:cNvPr>
          <p:cNvSpPr/>
          <p:nvPr/>
        </p:nvSpPr>
        <p:spPr>
          <a:xfrm>
            <a:off x="0" y="0"/>
            <a:ext cx="9186672" cy="57220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HIDDEN</a:t>
            </a:r>
            <a:endParaRPr lang="en-IN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3" name="Rectangle: Rounded Corners 22">
            <a:hlinkClick r:id="rId2" action="ppaction://hlinksldjump"/>
            <a:extLst>
              <a:ext uri="{FF2B5EF4-FFF2-40B4-BE49-F238E27FC236}">
                <a16:creationId xmlns:a16="http://schemas.microsoft.com/office/drawing/2014/main" id="{B5B8DAB1-C3FA-6332-5EBF-17136C7DFF94}"/>
              </a:ext>
            </a:extLst>
          </p:cNvPr>
          <p:cNvSpPr/>
          <p:nvPr/>
        </p:nvSpPr>
        <p:spPr>
          <a:xfrm>
            <a:off x="42671" y="668273"/>
            <a:ext cx="800193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5" name="Rectangle: Rounded Corners 24">
            <a:hlinkClick r:id="rId3" action="ppaction://hlinksldjump"/>
            <a:extLst>
              <a:ext uri="{FF2B5EF4-FFF2-40B4-BE49-F238E27FC236}">
                <a16:creationId xmlns:a16="http://schemas.microsoft.com/office/drawing/2014/main" id="{EAA271FE-5E9E-FCF7-5C43-E6BF223A25CF}"/>
              </a:ext>
            </a:extLst>
          </p:cNvPr>
          <p:cNvSpPr/>
          <p:nvPr/>
        </p:nvSpPr>
        <p:spPr>
          <a:xfrm>
            <a:off x="885536" y="668273"/>
            <a:ext cx="88068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7" name="Rectangle: Rounded Corners 26">
            <a:hlinkClick r:id="rId4" action="ppaction://hlinksldjump"/>
            <a:extLst>
              <a:ext uri="{FF2B5EF4-FFF2-40B4-BE49-F238E27FC236}">
                <a16:creationId xmlns:a16="http://schemas.microsoft.com/office/drawing/2014/main" id="{9102BA91-109D-C31A-988B-FA18EFC558E6}"/>
              </a:ext>
            </a:extLst>
          </p:cNvPr>
          <p:cNvSpPr/>
          <p:nvPr/>
        </p:nvSpPr>
        <p:spPr>
          <a:xfrm>
            <a:off x="1808894" y="668273"/>
            <a:ext cx="741799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A9F3263E-7DCB-2C79-27F3-836D08494DC6}"/>
              </a:ext>
            </a:extLst>
          </p:cNvPr>
          <p:cNvSpPr/>
          <p:nvPr/>
        </p:nvSpPr>
        <p:spPr>
          <a:xfrm>
            <a:off x="2615463" y="668273"/>
            <a:ext cx="800195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1" name="Rectangle: Rounded Corners 30">
            <a:hlinkClick r:id="rId6" action="ppaction://hlinksldjump"/>
            <a:extLst>
              <a:ext uri="{FF2B5EF4-FFF2-40B4-BE49-F238E27FC236}">
                <a16:creationId xmlns:a16="http://schemas.microsoft.com/office/drawing/2014/main" id="{658BEAD8-699C-31D9-FD53-708FA98AE4E5}"/>
              </a:ext>
            </a:extLst>
          </p:cNvPr>
          <p:cNvSpPr/>
          <p:nvPr/>
        </p:nvSpPr>
        <p:spPr>
          <a:xfrm>
            <a:off x="3480428" y="668273"/>
            <a:ext cx="1756798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3" name="Rectangle: Rounded Corners 32">
            <a:hlinkClick r:id="rId7" action="ppaction://hlinksldjump"/>
            <a:extLst>
              <a:ext uri="{FF2B5EF4-FFF2-40B4-BE49-F238E27FC236}">
                <a16:creationId xmlns:a16="http://schemas.microsoft.com/office/drawing/2014/main" id="{134ED4A8-E16A-4F26-0B93-EA4969823618}"/>
              </a:ext>
            </a:extLst>
          </p:cNvPr>
          <p:cNvSpPr/>
          <p:nvPr/>
        </p:nvSpPr>
        <p:spPr>
          <a:xfrm>
            <a:off x="5305806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5" name="Rectangle: Rounded Corners 34">
            <a:hlinkClick r:id="rId8" action="ppaction://hlinksldjump"/>
            <a:extLst>
              <a:ext uri="{FF2B5EF4-FFF2-40B4-BE49-F238E27FC236}">
                <a16:creationId xmlns:a16="http://schemas.microsoft.com/office/drawing/2014/main" id="{7744607F-286C-EFDB-E86E-709ABD6533EB}"/>
              </a:ext>
            </a:extLst>
          </p:cNvPr>
          <p:cNvSpPr/>
          <p:nvPr/>
        </p:nvSpPr>
        <p:spPr>
          <a:xfrm>
            <a:off x="6283452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7" name="Rectangle: Rounded Corners 36">
            <a:hlinkClick r:id="rId9" action="ppaction://hlinksldjump"/>
            <a:extLst>
              <a:ext uri="{FF2B5EF4-FFF2-40B4-BE49-F238E27FC236}">
                <a16:creationId xmlns:a16="http://schemas.microsoft.com/office/drawing/2014/main" id="{8C9EBB2D-1FBC-25FF-F7BB-078ADA2E8A50}"/>
              </a:ext>
            </a:extLst>
          </p:cNvPr>
          <p:cNvSpPr/>
          <p:nvPr/>
        </p:nvSpPr>
        <p:spPr>
          <a:xfrm>
            <a:off x="823493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9" name="Rectangle: Rounded Corners 38">
            <a:hlinkClick r:id="rId10" action="ppaction://hlinksldjump"/>
            <a:extLst>
              <a:ext uri="{FF2B5EF4-FFF2-40B4-BE49-F238E27FC236}">
                <a16:creationId xmlns:a16="http://schemas.microsoft.com/office/drawing/2014/main" id="{ED634416-46BF-E45F-E6BE-2F99749EBDE7}"/>
              </a:ext>
            </a:extLst>
          </p:cNvPr>
          <p:cNvSpPr/>
          <p:nvPr/>
        </p:nvSpPr>
        <p:spPr>
          <a:xfrm>
            <a:off x="7261098" y="660332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17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799E157-93B6-D5D1-D86F-7539A7BB4FA3}"/>
              </a:ext>
            </a:extLst>
          </p:cNvPr>
          <p:cNvSpPr/>
          <p:nvPr/>
        </p:nvSpPr>
        <p:spPr>
          <a:xfrm>
            <a:off x="7192518" y="46887"/>
            <a:ext cx="1908810" cy="45783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Division</a:t>
            </a:r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03ACF0F-78A8-FE61-DD09-3F8B0F4FB055}"/>
              </a:ext>
            </a:extLst>
          </p:cNvPr>
          <p:cNvCxnSpPr>
            <a:cxnSpLocks/>
          </p:cNvCxnSpPr>
          <p:nvPr/>
        </p:nvCxnSpPr>
        <p:spPr>
          <a:xfrm>
            <a:off x="746491" y="2473975"/>
            <a:ext cx="7982712" cy="0"/>
          </a:xfrm>
          <a:prstGeom prst="line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E1B034-B7FA-F67E-A525-CE7B07DF06B9}"/>
              </a:ext>
            </a:extLst>
          </p:cNvPr>
          <p:cNvSpPr txBox="1"/>
          <p:nvPr/>
        </p:nvSpPr>
        <p:spPr>
          <a:xfrm>
            <a:off x="5097237" y="4239541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Hugging Face</a:t>
            </a:r>
          </a:p>
        </p:txBody>
      </p:sp>
    </p:spTree>
    <p:extLst>
      <p:ext uri="{BB962C8B-B14F-4D97-AF65-F5344CB8AC3E}">
        <p14:creationId xmlns:p14="http://schemas.microsoft.com/office/powerpoint/2010/main" val="2814071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A96D3-04EC-5CFB-C907-15E6FF42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46602E-C196-BBD4-9914-10F7B4DF05E1}"/>
              </a:ext>
            </a:extLst>
          </p:cNvPr>
          <p:cNvSpPr/>
          <p:nvPr/>
        </p:nvSpPr>
        <p:spPr>
          <a:xfrm>
            <a:off x="42672" y="0"/>
            <a:ext cx="9144000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6FED8D-53B1-36F5-4F5D-8E12EDB6B91E}"/>
              </a:ext>
            </a:extLst>
          </p:cNvPr>
          <p:cNvSpPr/>
          <p:nvPr/>
        </p:nvSpPr>
        <p:spPr>
          <a:xfrm>
            <a:off x="0" y="35128"/>
            <a:ext cx="9186672" cy="1130094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5534F5-9E3D-2520-2A9C-E1BBD597933D}"/>
              </a:ext>
            </a:extLst>
          </p:cNvPr>
          <p:cNvSpPr/>
          <p:nvPr/>
        </p:nvSpPr>
        <p:spPr>
          <a:xfrm>
            <a:off x="0" y="1"/>
            <a:ext cx="9186672" cy="1130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81CA6A-3C34-B388-B2C2-AE79CB5D57F7}"/>
              </a:ext>
            </a:extLst>
          </p:cNvPr>
          <p:cNvGrpSpPr/>
          <p:nvPr/>
        </p:nvGrpSpPr>
        <p:grpSpPr>
          <a:xfrm>
            <a:off x="549704" y="1709986"/>
            <a:ext cx="8370775" cy="4914334"/>
            <a:chOff x="73152" y="1538629"/>
            <a:chExt cx="3736848" cy="275463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B382202-1F51-7B42-9416-CCC847B890BB}"/>
                </a:ext>
              </a:extLst>
            </p:cNvPr>
            <p:cNvSpPr/>
            <p:nvPr/>
          </p:nvSpPr>
          <p:spPr>
            <a:xfrm>
              <a:off x="73152" y="1538629"/>
              <a:ext cx="3736848" cy="2754636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B0D5D9-D252-DAD8-31F0-BFB686C7AA60}"/>
                </a:ext>
              </a:extLst>
            </p:cNvPr>
            <p:cNvSpPr txBox="1"/>
            <p:nvPr/>
          </p:nvSpPr>
          <p:spPr>
            <a:xfrm>
              <a:off x="1435714" y="1623032"/>
              <a:ext cx="2288897" cy="293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Sunil: 5W</a:t>
              </a:r>
              <a:endPara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EDC829C-F118-1A10-C196-6AFBC819C3ED}"/>
              </a:ext>
            </a:extLst>
          </p:cNvPr>
          <p:cNvSpPr txBox="1"/>
          <p:nvPr/>
        </p:nvSpPr>
        <p:spPr>
          <a:xfrm>
            <a:off x="1225454" y="2804121"/>
            <a:ext cx="3367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Training : 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2AD50-92AF-AA88-7B30-07ABC48039A1}"/>
              </a:ext>
            </a:extLst>
          </p:cNvPr>
          <p:cNvSpPr txBox="1"/>
          <p:nvPr/>
        </p:nvSpPr>
        <p:spPr>
          <a:xfrm>
            <a:off x="1225454" y="4152907"/>
            <a:ext cx="4185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Hugging Face: 1W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93137B-3239-2161-2EB0-F59C8D001CCD}"/>
              </a:ext>
            </a:extLst>
          </p:cNvPr>
          <p:cNvSpPr txBox="1"/>
          <p:nvPr/>
        </p:nvSpPr>
        <p:spPr>
          <a:xfrm>
            <a:off x="1595388" y="3212459"/>
            <a:ext cx="2339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NLP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RAG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E03F8-974F-8025-9ABE-3B2013530BAE}"/>
              </a:ext>
            </a:extLst>
          </p:cNvPr>
          <p:cNvSpPr txBox="1"/>
          <p:nvPr/>
        </p:nvSpPr>
        <p:spPr>
          <a:xfrm>
            <a:off x="1595388" y="4676127"/>
            <a:ext cx="2339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  -   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9BA26-764A-59D0-DEF4-139C9BC3E095}"/>
              </a:ext>
            </a:extLst>
          </p:cNvPr>
          <p:cNvSpPr txBox="1"/>
          <p:nvPr/>
        </p:nvSpPr>
        <p:spPr>
          <a:xfrm>
            <a:off x="4945312" y="2846866"/>
            <a:ext cx="304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Fine Tuning: 1W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D70BC-71F8-F36A-865D-363BF181A88B}"/>
              </a:ext>
            </a:extLst>
          </p:cNvPr>
          <p:cNvSpPr txBox="1"/>
          <p:nvPr/>
        </p:nvSpPr>
        <p:spPr>
          <a:xfrm>
            <a:off x="5289935" y="3268520"/>
            <a:ext cx="265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Practise     -   3   Dataset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Training      -   2   Dataset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E1C98-A9D2-2B78-17A6-527BFC3DBE99}"/>
              </a:ext>
            </a:extLst>
          </p:cNvPr>
          <p:cNvSpPr txBox="1"/>
          <p:nvPr/>
        </p:nvSpPr>
        <p:spPr>
          <a:xfrm>
            <a:off x="5013452" y="5270860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Other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7AAF41-9AB9-A99F-C891-F688F79689A4}"/>
              </a:ext>
            </a:extLst>
          </p:cNvPr>
          <p:cNvSpPr txBox="1"/>
          <p:nvPr/>
        </p:nvSpPr>
        <p:spPr>
          <a:xfrm>
            <a:off x="5410793" y="5732525"/>
            <a:ext cx="265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0DAAA9-8C19-7426-0E14-705F51A8F302}"/>
              </a:ext>
            </a:extLst>
          </p:cNvPr>
          <p:cNvSpPr txBox="1"/>
          <p:nvPr/>
        </p:nvSpPr>
        <p:spPr>
          <a:xfrm>
            <a:off x="4945312" y="4157093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Project: 2W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071A1-5CCA-9FDB-B692-B725B46BDCE2}"/>
              </a:ext>
            </a:extLst>
          </p:cNvPr>
          <p:cNvSpPr txBox="1"/>
          <p:nvPr/>
        </p:nvSpPr>
        <p:spPr>
          <a:xfrm>
            <a:off x="1280694" y="5270860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Hugging Face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EDB5E9-4BB4-3478-0340-A19EDF2E8FCB}"/>
              </a:ext>
            </a:extLst>
          </p:cNvPr>
          <p:cNvSpPr/>
          <p:nvPr/>
        </p:nvSpPr>
        <p:spPr>
          <a:xfrm>
            <a:off x="0" y="0"/>
            <a:ext cx="9186672" cy="57220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HIDDEN</a:t>
            </a:r>
            <a:endParaRPr lang="en-IN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5" name="Rectangle: Rounded Corners 24">
            <a:hlinkClick r:id="rId2" action="ppaction://hlinksldjump"/>
            <a:extLst>
              <a:ext uri="{FF2B5EF4-FFF2-40B4-BE49-F238E27FC236}">
                <a16:creationId xmlns:a16="http://schemas.microsoft.com/office/drawing/2014/main" id="{84807102-7E9E-A5B9-6820-8060D9BDBCDB}"/>
              </a:ext>
            </a:extLst>
          </p:cNvPr>
          <p:cNvSpPr/>
          <p:nvPr/>
        </p:nvSpPr>
        <p:spPr>
          <a:xfrm>
            <a:off x="42671" y="668273"/>
            <a:ext cx="800193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7" name="Rectangle: Rounded Corners 26">
            <a:hlinkClick r:id="rId3" action="ppaction://hlinksldjump"/>
            <a:extLst>
              <a:ext uri="{FF2B5EF4-FFF2-40B4-BE49-F238E27FC236}">
                <a16:creationId xmlns:a16="http://schemas.microsoft.com/office/drawing/2014/main" id="{D9F28B4B-59F9-FC56-FE74-061BEF69D3B7}"/>
              </a:ext>
            </a:extLst>
          </p:cNvPr>
          <p:cNvSpPr/>
          <p:nvPr/>
        </p:nvSpPr>
        <p:spPr>
          <a:xfrm>
            <a:off x="885536" y="668273"/>
            <a:ext cx="89246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9" name="Rectangle: Rounded Corners 28">
            <a:hlinkClick r:id="rId4" action="ppaction://hlinksldjump"/>
            <a:extLst>
              <a:ext uri="{FF2B5EF4-FFF2-40B4-BE49-F238E27FC236}">
                <a16:creationId xmlns:a16="http://schemas.microsoft.com/office/drawing/2014/main" id="{49E88A6C-3F21-C117-0C00-3F6747EC9D2F}"/>
              </a:ext>
            </a:extLst>
          </p:cNvPr>
          <p:cNvSpPr/>
          <p:nvPr/>
        </p:nvSpPr>
        <p:spPr>
          <a:xfrm>
            <a:off x="1820672" y="668273"/>
            <a:ext cx="730022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1" name="Rectangle: Rounded Corners 30">
            <a:hlinkClick r:id="rId5" action="ppaction://hlinksldjump"/>
            <a:extLst>
              <a:ext uri="{FF2B5EF4-FFF2-40B4-BE49-F238E27FC236}">
                <a16:creationId xmlns:a16="http://schemas.microsoft.com/office/drawing/2014/main" id="{C06CDEA0-9768-835D-F4BD-68FD6C8B76B5}"/>
              </a:ext>
            </a:extLst>
          </p:cNvPr>
          <p:cNvSpPr/>
          <p:nvPr/>
        </p:nvSpPr>
        <p:spPr>
          <a:xfrm>
            <a:off x="2615464" y="668273"/>
            <a:ext cx="80019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3" name="Rectangle: Rounded Corners 32">
            <a:hlinkClick r:id="rId6" action="ppaction://hlinksldjump"/>
            <a:extLst>
              <a:ext uri="{FF2B5EF4-FFF2-40B4-BE49-F238E27FC236}">
                <a16:creationId xmlns:a16="http://schemas.microsoft.com/office/drawing/2014/main" id="{A4F7A0EB-C337-C2E1-E00D-899CCCAB2DC0}"/>
              </a:ext>
            </a:extLst>
          </p:cNvPr>
          <p:cNvSpPr/>
          <p:nvPr/>
        </p:nvSpPr>
        <p:spPr>
          <a:xfrm>
            <a:off x="3480428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5" name="Rectangle: Rounded Corners 34">
            <a:hlinkClick r:id="rId7" action="ppaction://hlinksldjump"/>
            <a:extLst>
              <a:ext uri="{FF2B5EF4-FFF2-40B4-BE49-F238E27FC236}">
                <a16:creationId xmlns:a16="http://schemas.microsoft.com/office/drawing/2014/main" id="{3EF158F1-766E-5836-207A-7CC8E7779E8F}"/>
              </a:ext>
            </a:extLst>
          </p:cNvPr>
          <p:cNvSpPr/>
          <p:nvPr/>
        </p:nvSpPr>
        <p:spPr>
          <a:xfrm>
            <a:off x="4454264" y="668273"/>
            <a:ext cx="1760608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7" name="Rectangle: Rounded Corners 36">
            <a:hlinkClick r:id="rId8" action="ppaction://hlinksldjump"/>
            <a:extLst>
              <a:ext uri="{FF2B5EF4-FFF2-40B4-BE49-F238E27FC236}">
                <a16:creationId xmlns:a16="http://schemas.microsoft.com/office/drawing/2014/main" id="{4E2D2C10-B702-3E30-4741-26594C98D067}"/>
              </a:ext>
            </a:extLst>
          </p:cNvPr>
          <p:cNvSpPr/>
          <p:nvPr/>
        </p:nvSpPr>
        <p:spPr>
          <a:xfrm>
            <a:off x="6283452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9" name="Rectangle: Rounded Corners 38">
            <a:hlinkClick r:id="rId9" action="ppaction://hlinksldjump"/>
            <a:extLst>
              <a:ext uri="{FF2B5EF4-FFF2-40B4-BE49-F238E27FC236}">
                <a16:creationId xmlns:a16="http://schemas.microsoft.com/office/drawing/2014/main" id="{D8F90CF5-FE68-6054-C26D-711FDA2D0FD0}"/>
              </a:ext>
            </a:extLst>
          </p:cNvPr>
          <p:cNvSpPr/>
          <p:nvPr/>
        </p:nvSpPr>
        <p:spPr>
          <a:xfrm>
            <a:off x="823493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1" name="Rectangle: Rounded Corners 40">
            <a:hlinkClick r:id="rId10" action="ppaction://hlinksldjump"/>
            <a:extLst>
              <a:ext uri="{FF2B5EF4-FFF2-40B4-BE49-F238E27FC236}">
                <a16:creationId xmlns:a16="http://schemas.microsoft.com/office/drawing/2014/main" id="{C4824C1A-B234-22AA-557B-4E6E9A70358D}"/>
              </a:ext>
            </a:extLst>
          </p:cNvPr>
          <p:cNvSpPr/>
          <p:nvPr/>
        </p:nvSpPr>
        <p:spPr>
          <a:xfrm>
            <a:off x="7261098" y="660332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17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5815650-79FC-AEE5-4671-B2B0A74745EB}"/>
              </a:ext>
            </a:extLst>
          </p:cNvPr>
          <p:cNvSpPr/>
          <p:nvPr/>
        </p:nvSpPr>
        <p:spPr>
          <a:xfrm>
            <a:off x="7192518" y="46887"/>
            <a:ext cx="1908810" cy="45783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Division</a:t>
            </a:r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EFAB233-C16C-1AD1-D23F-61A35FF9CB50}"/>
              </a:ext>
            </a:extLst>
          </p:cNvPr>
          <p:cNvCxnSpPr>
            <a:cxnSpLocks/>
          </p:cNvCxnSpPr>
          <p:nvPr/>
        </p:nvCxnSpPr>
        <p:spPr>
          <a:xfrm>
            <a:off x="746491" y="2473975"/>
            <a:ext cx="7982712" cy="0"/>
          </a:xfrm>
          <a:prstGeom prst="line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1697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CCDD-AB47-658B-33FC-95CAC5D7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B4042B-BB1B-FF54-A5E8-1009B6617FAF}"/>
              </a:ext>
            </a:extLst>
          </p:cNvPr>
          <p:cNvSpPr/>
          <p:nvPr/>
        </p:nvSpPr>
        <p:spPr>
          <a:xfrm>
            <a:off x="42672" y="0"/>
            <a:ext cx="9144000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325613-CF2B-0AD9-19C4-0CF2E5E89EDB}"/>
              </a:ext>
            </a:extLst>
          </p:cNvPr>
          <p:cNvSpPr/>
          <p:nvPr/>
        </p:nvSpPr>
        <p:spPr>
          <a:xfrm>
            <a:off x="0" y="35128"/>
            <a:ext cx="9186672" cy="1130094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8D97768-DBA1-17C4-5B59-FCA082BC3710}"/>
              </a:ext>
            </a:extLst>
          </p:cNvPr>
          <p:cNvSpPr/>
          <p:nvPr/>
        </p:nvSpPr>
        <p:spPr>
          <a:xfrm>
            <a:off x="0" y="1"/>
            <a:ext cx="9186672" cy="1130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BC97F4B-1817-A6B3-373D-0B98CA57008D}"/>
              </a:ext>
            </a:extLst>
          </p:cNvPr>
          <p:cNvGrpSpPr/>
          <p:nvPr/>
        </p:nvGrpSpPr>
        <p:grpSpPr>
          <a:xfrm>
            <a:off x="549704" y="1709986"/>
            <a:ext cx="8370775" cy="4914334"/>
            <a:chOff x="73152" y="1538629"/>
            <a:chExt cx="3736848" cy="275463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9145F96-E28A-0A03-7257-3D33670F9DE4}"/>
                </a:ext>
              </a:extLst>
            </p:cNvPr>
            <p:cNvSpPr/>
            <p:nvPr/>
          </p:nvSpPr>
          <p:spPr>
            <a:xfrm>
              <a:off x="73152" y="1538629"/>
              <a:ext cx="3736848" cy="2754636"/>
            </a:xfrm>
            <a:prstGeom prst="roundRect">
              <a:avLst>
                <a:gd name="adj" fmla="val 23454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3E61F4-3C9E-67DA-A62B-6DD16D353462}"/>
                </a:ext>
              </a:extLst>
            </p:cNvPr>
            <p:cNvSpPr txBox="1"/>
            <p:nvPr/>
          </p:nvSpPr>
          <p:spPr>
            <a:xfrm>
              <a:off x="1435714" y="1623032"/>
              <a:ext cx="947391" cy="293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Apurva: 5W</a:t>
              </a:r>
              <a:endPara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B8579B4-7B25-FFB9-9253-EED3CA321638}"/>
              </a:ext>
            </a:extLst>
          </p:cNvPr>
          <p:cNvSpPr txBox="1"/>
          <p:nvPr/>
        </p:nvSpPr>
        <p:spPr>
          <a:xfrm>
            <a:off x="1118907" y="2864304"/>
            <a:ext cx="3367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Backend Flask: 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75722-12A9-F1A0-717C-C44E8FAF601F}"/>
              </a:ext>
            </a:extLst>
          </p:cNvPr>
          <p:cNvSpPr txBox="1"/>
          <p:nvPr/>
        </p:nvSpPr>
        <p:spPr>
          <a:xfrm>
            <a:off x="1177991" y="4274209"/>
            <a:ext cx="4185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Deployment: 1W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6E3AA-150A-6AA5-055E-3205BC4DA39A}"/>
              </a:ext>
            </a:extLst>
          </p:cNvPr>
          <p:cNvSpPr txBox="1"/>
          <p:nvPr/>
        </p:nvSpPr>
        <p:spPr>
          <a:xfrm>
            <a:off x="1457882" y="3288896"/>
            <a:ext cx="2339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Routes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875B8-5DB4-299E-930D-AAC0607D6FC3}"/>
              </a:ext>
            </a:extLst>
          </p:cNvPr>
          <p:cNvSpPr txBox="1"/>
          <p:nvPr/>
        </p:nvSpPr>
        <p:spPr>
          <a:xfrm>
            <a:off x="1457882" y="4732515"/>
            <a:ext cx="2339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Vercel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F9DFC-D46A-B922-EECF-14E989888DFD}"/>
              </a:ext>
            </a:extLst>
          </p:cNvPr>
          <p:cNvSpPr txBox="1"/>
          <p:nvPr/>
        </p:nvSpPr>
        <p:spPr>
          <a:xfrm>
            <a:off x="4993821" y="2920328"/>
            <a:ext cx="304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API: 2W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06014D-8694-C70D-37F1-97DAE55657BF}"/>
              </a:ext>
            </a:extLst>
          </p:cNvPr>
          <p:cNvSpPr txBox="1"/>
          <p:nvPr/>
        </p:nvSpPr>
        <p:spPr>
          <a:xfrm>
            <a:off x="5428195" y="3341982"/>
            <a:ext cx="265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 API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062091-115F-BDEF-A099-658CC5055EFC}"/>
              </a:ext>
            </a:extLst>
          </p:cNvPr>
          <p:cNvSpPr txBox="1"/>
          <p:nvPr/>
        </p:nvSpPr>
        <p:spPr>
          <a:xfrm>
            <a:off x="4993821" y="4274208"/>
            <a:ext cx="2788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Error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8B8855-D073-E90A-10E5-0184C2C1A888}"/>
              </a:ext>
            </a:extLst>
          </p:cNvPr>
          <p:cNvSpPr txBox="1"/>
          <p:nvPr/>
        </p:nvSpPr>
        <p:spPr>
          <a:xfrm>
            <a:off x="1177991" y="5790985"/>
            <a:ext cx="304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GitHub Advance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12ED70-957C-4BAF-0916-65F35E75B1C9}"/>
              </a:ext>
            </a:extLst>
          </p:cNvPr>
          <p:cNvSpPr/>
          <p:nvPr/>
        </p:nvSpPr>
        <p:spPr>
          <a:xfrm>
            <a:off x="0" y="0"/>
            <a:ext cx="9186672" cy="57220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HIDDEN</a:t>
            </a:r>
            <a:endParaRPr lang="en-IN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2" name="Rectangle: Rounded Corners 21">
            <a:hlinkClick r:id="rId2" action="ppaction://hlinksldjump"/>
            <a:extLst>
              <a:ext uri="{FF2B5EF4-FFF2-40B4-BE49-F238E27FC236}">
                <a16:creationId xmlns:a16="http://schemas.microsoft.com/office/drawing/2014/main" id="{57B8DBE0-8C60-25D6-5D16-39BB47DB7FEC}"/>
              </a:ext>
            </a:extLst>
          </p:cNvPr>
          <p:cNvSpPr/>
          <p:nvPr/>
        </p:nvSpPr>
        <p:spPr>
          <a:xfrm>
            <a:off x="42671" y="668273"/>
            <a:ext cx="800193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4" name="Rectangle: Rounded Corners 23">
            <a:hlinkClick r:id="rId3" action="ppaction://hlinksldjump"/>
            <a:extLst>
              <a:ext uri="{FF2B5EF4-FFF2-40B4-BE49-F238E27FC236}">
                <a16:creationId xmlns:a16="http://schemas.microsoft.com/office/drawing/2014/main" id="{81BEC246-4113-1CD5-332E-2CCE5BC19B64}"/>
              </a:ext>
            </a:extLst>
          </p:cNvPr>
          <p:cNvSpPr/>
          <p:nvPr/>
        </p:nvSpPr>
        <p:spPr>
          <a:xfrm>
            <a:off x="885536" y="668273"/>
            <a:ext cx="89754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6" name="Rectangle: Rounded Corners 25">
            <a:hlinkClick r:id="rId4" action="ppaction://hlinksldjump"/>
            <a:extLst>
              <a:ext uri="{FF2B5EF4-FFF2-40B4-BE49-F238E27FC236}">
                <a16:creationId xmlns:a16="http://schemas.microsoft.com/office/drawing/2014/main" id="{31B60E89-16B4-1F52-B4D3-7C5B92C9807F}"/>
              </a:ext>
            </a:extLst>
          </p:cNvPr>
          <p:cNvSpPr/>
          <p:nvPr/>
        </p:nvSpPr>
        <p:spPr>
          <a:xfrm>
            <a:off x="1825752" y="668273"/>
            <a:ext cx="724942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8" name="Rectangle: Rounded Corners 27">
            <a:hlinkClick r:id="rId5" action="ppaction://hlinksldjump"/>
            <a:extLst>
              <a:ext uri="{FF2B5EF4-FFF2-40B4-BE49-F238E27FC236}">
                <a16:creationId xmlns:a16="http://schemas.microsoft.com/office/drawing/2014/main" id="{0869AA68-BD5E-32F6-E487-C480166014D6}"/>
              </a:ext>
            </a:extLst>
          </p:cNvPr>
          <p:cNvSpPr/>
          <p:nvPr/>
        </p:nvSpPr>
        <p:spPr>
          <a:xfrm>
            <a:off x="2615464" y="668273"/>
            <a:ext cx="80019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0" name="Rectangle: Rounded Corners 29">
            <a:hlinkClick r:id="rId6" action="ppaction://hlinksldjump"/>
            <a:extLst>
              <a:ext uri="{FF2B5EF4-FFF2-40B4-BE49-F238E27FC236}">
                <a16:creationId xmlns:a16="http://schemas.microsoft.com/office/drawing/2014/main" id="{AE5A6505-EEDC-F669-9E7E-266096575B1D}"/>
              </a:ext>
            </a:extLst>
          </p:cNvPr>
          <p:cNvSpPr/>
          <p:nvPr/>
        </p:nvSpPr>
        <p:spPr>
          <a:xfrm>
            <a:off x="3480428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2" name="Rectangle: Rounded Corners 31">
            <a:hlinkClick r:id="rId7" action="ppaction://hlinksldjump"/>
            <a:extLst>
              <a:ext uri="{FF2B5EF4-FFF2-40B4-BE49-F238E27FC236}">
                <a16:creationId xmlns:a16="http://schemas.microsoft.com/office/drawing/2014/main" id="{F03D56C4-3582-0059-F002-A30D3C4FE163}"/>
              </a:ext>
            </a:extLst>
          </p:cNvPr>
          <p:cNvSpPr/>
          <p:nvPr/>
        </p:nvSpPr>
        <p:spPr>
          <a:xfrm>
            <a:off x="445426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4" name="Rectangle: Rounded Corners 33">
            <a:hlinkClick r:id="rId8" action="ppaction://hlinksldjump"/>
            <a:extLst>
              <a:ext uri="{FF2B5EF4-FFF2-40B4-BE49-F238E27FC236}">
                <a16:creationId xmlns:a16="http://schemas.microsoft.com/office/drawing/2014/main" id="{BDA1167C-0FC5-D5C9-08D4-11AE576BE982}"/>
              </a:ext>
            </a:extLst>
          </p:cNvPr>
          <p:cNvSpPr/>
          <p:nvPr/>
        </p:nvSpPr>
        <p:spPr>
          <a:xfrm>
            <a:off x="5406002" y="668273"/>
            <a:ext cx="178651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6" name="Rectangle: Rounded Corners 35">
            <a:hlinkClick r:id="rId9" action="ppaction://hlinksldjump"/>
            <a:extLst>
              <a:ext uri="{FF2B5EF4-FFF2-40B4-BE49-F238E27FC236}">
                <a16:creationId xmlns:a16="http://schemas.microsoft.com/office/drawing/2014/main" id="{22592014-BEA4-CD28-13FF-A0894FBF8023}"/>
              </a:ext>
            </a:extLst>
          </p:cNvPr>
          <p:cNvSpPr/>
          <p:nvPr/>
        </p:nvSpPr>
        <p:spPr>
          <a:xfrm>
            <a:off x="823493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8" name="Rectangle: Rounded Corners 37">
            <a:hlinkClick r:id="rId10" action="ppaction://hlinksldjump"/>
            <a:extLst>
              <a:ext uri="{FF2B5EF4-FFF2-40B4-BE49-F238E27FC236}">
                <a16:creationId xmlns:a16="http://schemas.microsoft.com/office/drawing/2014/main" id="{BD00DABC-4F86-DEED-0A34-6C1DF53BCE4F}"/>
              </a:ext>
            </a:extLst>
          </p:cNvPr>
          <p:cNvSpPr/>
          <p:nvPr/>
        </p:nvSpPr>
        <p:spPr>
          <a:xfrm>
            <a:off x="7261098" y="660332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17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66C820-09CD-5F3A-EF71-6F7EF8860A59}"/>
              </a:ext>
            </a:extLst>
          </p:cNvPr>
          <p:cNvSpPr/>
          <p:nvPr/>
        </p:nvSpPr>
        <p:spPr>
          <a:xfrm>
            <a:off x="7192518" y="46887"/>
            <a:ext cx="1908810" cy="45783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Division</a:t>
            </a:r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D2554AA-852E-455A-99D8-B2E4DCF1AF6F}"/>
              </a:ext>
            </a:extLst>
          </p:cNvPr>
          <p:cNvCxnSpPr>
            <a:cxnSpLocks/>
          </p:cNvCxnSpPr>
          <p:nvPr/>
        </p:nvCxnSpPr>
        <p:spPr>
          <a:xfrm>
            <a:off x="746491" y="2473975"/>
            <a:ext cx="7982712" cy="0"/>
          </a:xfrm>
          <a:prstGeom prst="line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D266A54-4481-C750-0ACD-E0CF7686254A}"/>
              </a:ext>
            </a:extLst>
          </p:cNvPr>
          <p:cNvSpPr txBox="1"/>
          <p:nvPr/>
        </p:nvSpPr>
        <p:spPr>
          <a:xfrm>
            <a:off x="4993821" y="5332679"/>
            <a:ext cx="2259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Project: 1W</a:t>
            </a:r>
          </a:p>
        </p:txBody>
      </p:sp>
    </p:spTree>
    <p:extLst>
      <p:ext uri="{BB962C8B-B14F-4D97-AF65-F5344CB8AC3E}">
        <p14:creationId xmlns:p14="http://schemas.microsoft.com/office/powerpoint/2010/main" val="2354766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A2DF-71D4-364F-0B57-1BD8C6A8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891312-7F81-318D-96CA-2C970BD26A6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BEF0193-E6AB-FF4F-762F-88AAE2117270}"/>
              </a:ext>
            </a:extLst>
          </p:cNvPr>
          <p:cNvSpPr/>
          <p:nvPr/>
        </p:nvSpPr>
        <p:spPr>
          <a:xfrm>
            <a:off x="0" y="35128"/>
            <a:ext cx="9186672" cy="1130094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0840F4D-FBFF-BCFE-0633-545148FADD61}"/>
              </a:ext>
            </a:extLst>
          </p:cNvPr>
          <p:cNvSpPr/>
          <p:nvPr/>
        </p:nvSpPr>
        <p:spPr>
          <a:xfrm>
            <a:off x="0" y="1"/>
            <a:ext cx="9186672" cy="1130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A25AAA-52A0-FA15-9CAF-F4C90E7C0ED6}"/>
              </a:ext>
            </a:extLst>
          </p:cNvPr>
          <p:cNvSpPr txBox="1"/>
          <p:nvPr/>
        </p:nvSpPr>
        <p:spPr>
          <a:xfrm>
            <a:off x="3590544" y="1508760"/>
            <a:ext cx="2231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50000"/>
                  </a:schemeClr>
                </a:solidFill>
              </a:rPr>
              <a:t>Phase: Learning: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5E2392-030C-0DC4-4AEC-A6CE094F6385}"/>
              </a:ext>
            </a:extLst>
          </p:cNvPr>
          <p:cNvSpPr/>
          <p:nvPr/>
        </p:nvSpPr>
        <p:spPr>
          <a:xfrm>
            <a:off x="320040" y="1481328"/>
            <a:ext cx="8641080" cy="5020056"/>
          </a:xfrm>
          <a:prstGeom prst="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8303E5-CDF6-9742-9CAD-08310B4E25B2}"/>
              </a:ext>
            </a:extLst>
          </p:cNvPr>
          <p:cNvCxnSpPr>
            <a:cxnSpLocks/>
          </p:cNvCxnSpPr>
          <p:nvPr/>
        </p:nvCxnSpPr>
        <p:spPr>
          <a:xfrm>
            <a:off x="320040" y="1908870"/>
            <a:ext cx="8641080" cy="0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502227-771F-065B-88C6-E98A358C12F9}"/>
              </a:ext>
            </a:extLst>
          </p:cNvPr>
          <p:cNvCxnSpPr>
            <a:cxnSpLocks/>
          </p:cNvCxnSpPr>
          <p:nvPr/>
        </p:nvCxnSpPr>
        <p:spPr>
          <a:xfrm>
            <a:off x="1335024" y="1908870"/>
            <a:ext cx="0" cy="4592514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8B66C7-12CE-1AA3-C35E-5C29143D812D}"/>
              </a:ext>
            </a:extLst>
          </p:cNvPr>
          <p:cNvCxnSpPr>
            <a:cxnSpLocks/>
          </p:cNvCxnSpPr>
          <p:nvPr/>
        </p:nvCxnSpPr>
        <p:spPr>
          <a:xfrm>
            <a:off x="294132" y="2555046"/>
            <a:ext cx="8641080" cy="0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A9860C-816A-6002-0F5E-C1F9690FD09F}"/>
              </a:ext>
            </a:extLst>
          </p:cNvPr>
          <p:cNvCxnSpPr>
            <a:cxnSpLocks/>
          </p:cNvCxnSpPr>
          <p:nvPr/>
        </p:nvCxnSpPr>
        <p:spPr>
          <a:xfrm>
            <a:off x="294132" y="3448110"/>
            <a:ext cx="8641080" cy="0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F72014-4618-7610-8436-FFAF67C22279}"/>
              </a:ext>
            </a:extLst>
          </p:cNvPr>
          <p:cNvCxnSpPr>
            <a:cxnSpLocks/>
          </p:cNvCxnSpPr>
          <p:nvPr/>
        </p:nvCxnSpPr>
        <p:spPr>
          <a:xfrm>
            <a:off x="320040" y="4205127"/>
            <a:ext cx="8641080" cy="0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170540-5078-0CD6-8008-51569E9D5B87}"/>
              </a:ext>
            </a:extLst>
          </p:cNvPr>
          <p:cNvCxnSpPr>
            <a:cxnSpLocks/>
          </p:cNvCxnSpPr>
          <p:nvPr/>
        </p:nvCxnSpPr>
        <p:spPr>
          <a:xfrm>
            <a:off x="294132" y="4914198"/>
            <a:ext cx="8641080" cy="0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64A0C7-E804-9034-F991-697AC35CF88A}"/>
              </a:ext>
            </a:extLst>
          </p:cNvPr>
          <p:cNvCxnSpPr>
            <a:cxnSpLocks/>
          </p:cNvCxnSpPr>
          <p:nvPr/>
        </p:nvCxnSpPr>
        <p:spPr>
          <a:xfrm>
            <a:off x="294132" y="5697534"/>
            <a:ext cx="8641080" cy="0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17BA5D-3B97-2B1C-5AB2-BDC6FADECFEE}"/>
              </a:ext>
            </a:extLst>
          </p:cNvPr>
          <p:cNvSpPr txBox="1"/>
          <p:nvPr/>
        </p:nvSpPr>
        <p:spPr>
          <a:xfrm>
            <a:off x="351543" y="1985248"/>
            <a:ext cx="1137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Week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DA588E-6753-68A4-CC49-968E264A1FF3}"/>
              </a:ext>
            </a:extLst>
          </p:cNvPr>
          <p:cNvCxnSpPr>
            <a:cxnSpLocks/>
          </p:cNvCxnSpPr>
          <p:nvPr/>
        </p:nvCxnSpPr>
        <p:spPr>
          <a:xfrm>
            <a:off x="3113024" y="1908870"/>
            <a:ext cx="0" cy="4592514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7DBA86-6EC0-5CB4-4CEF-E0B5F55B9A9F}"/>
              </a:ext>
            </a:extLst>
          </p:cNvPr>
          <p:cNvCxnSpPr>
            <a:cxnSpLocks/>
          </p:cNvCxnSpPr>
          <p:nvPr/>
        </p:nvCxnSpPr>
        <p:spPr>
          <a:xfrm>
            <a:off x="5033264" y="1908870"/>
            <a:ext cx="0" cy="4592514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24B035-4805-6407-BB4D-63F4DD8D839D}"/>
              </a:ext>
            </a:extLst>
          </p:cNvPr>
          <p:cNvCxnSpPr>
            <a:cxnSpLocks/>
          </p:cNvCxnSpPr>
          <p:nvPr/>
        </p:nvCxnSpPr>
        <p:spPr>
          <a:xfrm>
            <a:off x="6862064" y="1908870"/>
            <a:ext cx="0" cy="4592514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08031C-1653-BC29-80AD-4A45BD68E608}"/>
              </a:ext>
            </a:extLst>
          </p:cNvPr>
          <p:cNvSpPr txBox="1"/>
          <p:nvPr/>
        </p:nvSpPr>
        <p:spPr>
          <a:xfrm>
            <a:off x="1445265" y="2014025"/>
            <a:ext cx="966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Rohan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47AA09-6B77-AB0F-5FA8-B33006E18238}"/>
              </a:ext>
            </a:extLst>
          </p:cNvPr>
          <p:cNvSpPr txBox="1"/>
          <p:nvPr/>
        </p:nvSpPr>
        <p:spPr>
          <a:xfrm>
            <a:off x="3255264" y="2012770"/>
            <a:ext cx="1245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Shivam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4F394-B955-34A3-7926-2842564AFEA5}"/>
              </a:ext>
            </a:extLst>
          </p:cNvPr>
          <p:cNvSpPr txBox="1"/>
          <p:nvPr/>
        </p:nvSpPr>
        <p:spPr>
          <a:xfrm>
            <a:off x="5177163" y="2042408"/>
            <a:ext cx="1245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Sunil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D39A4F-E6E0-4910-BB22-48EBF156E179}"/>
              </a:ext>
            </a:extLst>
          </p:cNvPr>
          <p:cNvSpPr txBox="1"/>
          <p:nvPr/>
        </p:nvSpPr>
        <p:spPr>
          <a:xfrm>
            <a:off x="7021326" y="2030962"/>
            <a:ext cx="1245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Apurva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E111A3-7AF7-450F-C4C8-A4EA8CDDC367}"/>
              </a:ext>
            </a:extLst>
          </p:cNvPr>
          <p:cNvSpPr txBox="1"/>
          <p:nvPr/>
        </p:nvSpPr>
        <p:spPr>
          <a:xfrm>
            <a:off x="646182" y="2768177"/>
            <a:ext cx="505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AB44A3-2850-1829-6ED4-581C5276F8B9}"/>
              </a:ext>
            </a:extLst>
          </p:cNvPr>
          <p:cNvSpPr txBox="1"/>
          <p:nvPr/>
        </p:nvSpPr>
        <p:spPr>
          <a:xfrm>
            <a:off x="647703" y="3619203"/>
            <a:ext cx="505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083362-F34A-46D2-A565-56BF18C539E0}"/>
              </a:ext>
            </a:extLst>
          </p:cNvPr>
          <p:cNvSpPr txBox="1"/>
          <p:nvPr/>
        </p:nvSpPr>
        <p:spPr>
          <a:xfrm>
            <a:off x="649230" y="4348972"/>
            <a:ext cx="505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89AAB5-7A3A-31FC-9E8E-A8ADE3C5CE00}"/>
              </a:ext>
            </a:extLst>
          </p:cNvPr>
          <p:cNvSpPr txBox="1"/>
          <p:nvPr/>
        </p:nvSpPr>
        <p:spPr>
          <a:xfrm>
            <a:off x="640086" y="5072687"/>
            <a:ext cx="505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972115-4ACF-E3F1-4EF0-F30592C18C12}"/>
              </a:ext>
            </a:extLst>
          </p:cNvPr>
          <p:cNvSpPr txBox="1"/>
          <p:nvPr/>
        </p:nvSpPr>
        <p:spPr>
          <a:xfrm>
            <a:off x="632459" y="5880415"/>
            <a:ext cx="505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B22AE6-580A-1CB4-4EDE-78BAB177171C}"/>
              </a:ext>
            </a:extLst>
          </p:cNvPr>
          <p:cNvSpPr txBox="1"/>
          <p:nvPr/>
        </p:nvSpPr>
        <p:spPr>
          <a:xfrm>
            <a:off x="1292732" y="2936565"/>
            <a:ext cx="1724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3">
                    <a:lumMod val="50000"/>
                  </a:schemeClr>
                </a:solidFill>
              </a:rPr>
              <a:t>NumPy, Panda, Matplotlib, Seaborn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23C867-6AEC-5A1B-1E55-2FDB6C912CEB}"/>
              </a:ext>
            </a:extLst>
          </p:cNvPr>
          <p:cNvSpPr txBox="1"/>
          <p:nvPr/>
        </p:nvSpPr>
        <p:spPr>
          <a:xfrm>
            <a:off x="1436758" y="3510128"/>
            <a:ext cx="1755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Feature Engineering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4FFAD4-DD9D-3660-E7B3-37A9BF530E83}"/>
              </a:ext>
            </a:extLst>
          </p:cNvPr>
          <p:cNvSpPr txBox="1"/>
          <p:nvPr/>
        </p:nvSpPr>
        <p:spPr>
          <a:xfrm>
            <a:off x="1337901" y="4310444"/>
            <a:ext cx="1755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3">
                    <a:lumMod val="50000"/>
                  </a:schemeClr>
                </a:solidFill>
              </a:rPr>
              <a:t>Exploratory Data Analysis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41F720-A53F-0003-0C8C-D660475FC2F7}"/>
              </a:ext>
            </a:extLst>
          </p:cNvPr>
          <p:cNvSpPr txBox="1"/>
          <p:nvPr/>
        </p:nvSpPr>
        <p:spPr>
          <a:xfrm>
            <a:off x="1514471" y="5031267"/>
            <a:ext cx="1755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3">
                    <a:lumMod val="50000"/>
                  </a:schemeClr>
                </a:solidFill>
              </a:rPr>
              <a:t>(Html, Jinja)</a:t>
            </a:r>
          </a:p>
          <a:p>
            <a:r>
              <a:rPr lang="en-IN" sz="1600" dirty="0">
                <a:solidFill>
                  <a:schemeClr val="accent3">
                    <a:lumMod val="50000"/>
                  </a:schemeClr>
                </a:solidFill>
              </a:rPr>
              <a:t>Flask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0EDE6E-7DA6-7A4E-846D-32A98819CD42}"/>
              </a:ext>
            </a:extLst>
          </p:cNvPr>
          <p:cNvSpPr txBox="1"/>
          <p:nvPr/>
        </p:nvSpPr>
        <p:spPr>
          <a:xfrm>
            <a:off x="1526672" y="5908930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Integration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8DD474-3B14-DE30-DC55-5218586780C1}"/>
              </a:ext>
            </a:extLst>
          </p:cNvPr>
          <p:cNvSpPr txBox="1"/>
          <p:nvPr/>
        </p:nvSpPr>
        <p:spPr>
          <a:xfrm>
            <a:off x="3307589" y="2806995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Keras, CNN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559A5B-6A1F-9480-C99C-FB4006DDF8B1}"/>
              </a:ext>
            </a:extLst>
          </p:cNvPr>
          <p:cNvSpPr txBox="1"/>
          <p:nvPr/>
        </p:nvSpPr>
        <p:spPr>
          <a:xfrm>
            <a:off x="3537838" y="3655112"/>
            <a:ext cx="975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RNN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464833-D40A-4FB7-6543-7DA00975ED90}"/>
              </a:ext>
            </a:extLst>
          </p:cNvPr>
          <p:cNvSpPr txBox="1"/>
          <p:nvPr/>
        </p:nvSpPr>
        <p:spPr>
          <a:xfrm>
            <a:off x="3568569" y="4395511"/>
            <a:ext cx="91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RAG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139B4A-A540-D094-FB06-FCD3FAFFB820}"/>
              </a:ext>
            </a:extLst>
          </p:cNvPr>
          <p:cNvSpPr txBox="1"/>
          <p:nvPr/>
        </p:nvSpPr>
        <p:spPr>
          <a:xfrm>
            <a:off x="3545080" y="5182281"/>
            <a:ext cx="84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LLM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C23B01-FE74-478A-DA4B-FDD79F19271F}"/>
              </a:ext>
            </a:extLst>
          </p:cNvPr>
          <p:cNvSpPr txBox="1"/>
          <p:nvPr/>
        </p:nvSpPr>
        <p:spPr>
          <a:xfrm>
            <a:off x="3412488" y="5953421"/>
            <a:ext cx="977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Project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7BF170-1CBA-60A5-9129-1B71E61A8FFB}"/>
              </a:ext>
            </a:extLst>
          </p:cNvPr>
          <p:cNvSpPr txBox="1"/>
          <p:nvPr/>
        </p:nvSpPr>
        <p:spPr>
          <a:xfrm>
            <a:off x="5266184" y="2820853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RAG, LLM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E351BF-84A5-A5D7-43B0-6B8097BA386C}"/>
              </a:ext>
            </a:extLst>
          </p:cNvPr>
          <p:cNvSpPr txBox="1"/>
          <p:nvPr/>
        </p:nvSpPr>
        <p:spPr>
          <a:xfrm>
            <a:off x="5254112" y="3668454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Fine Tuning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C4B71A-09A6-6C8C-CD06-D5E3D36F9FEE}"/>
              </a:ext>
            </a:extLst>
          </p:cNvPr>
          <p:cNvSpPr txBox="1"/>
          <p:nvPr/>
        </p:nvSpPr>
        <p:spPr>
          <a:xfrm>
            <a:off x="5147295" y="4390377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Hugging Face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0FDFA2-5E75-02B9-395A-A7770D6E437F}"/>
              </a:ext>
            </a:extLst>
          </p:cNvPr>
          <p:cNvSpPr txBox="1"/>
          <p:nvPr/>
        </p:nvSpPr>
        <p:spPr>
          <a:xfrm>
            <a:off x="5382261" y="5150323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Project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CBF749-5D81-A8D2-1340-117138AAE602}"/>
              </a:ext>
            </a:extLst>
          </p:cNvPr>
          <p:cNvSpPr txBox="1"/>
          <p:nvPr/>
        </p:nvSpPr>
        <p:spPr>
          <a:xfrm>
            <a:off x="5350510" y="5910335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Project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820BA3-CB3A-BE21-EA23-699C61D8FCE3}"/>
              </a:ext>
            </a:extLst>
          </p:cNvPr>
          <p:cNvSpPr txBox="1"/>
          <p:nvPr/>
        </p:nvSpPr>
        <p:spPr>
          <a:xfrm>
            <a:off x="7388858" y="2832038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Flask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BFA9CE-203E-AABF-95BF-B076D370B1FB}"/>
              </a:ext>
            </a:extLst>
          </p:cNvPr>
          <p:cNvSpPr txBox="1"/>
          <p:nvPr/>
        </p:nvSpPr>
        <p:spPr>
          <a:xfrm>
            <a:off x="7196702" y="3656094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Integration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97F108-1136-B5FE-971D-2B353490B184}"/>
              </a:ext>
            </a:extLst>
          </p:cNvPr>
          <p:cNvSpPr txBox="1"/>
          <p:nvPr/>
        </p:nvSpPr>
        <p:spPr>
          <a:xfrm>
            <a:off x="7279573" y="4340424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Rest API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1C7F0A-FEDC-47F1-EB2E-39BB993EEBD2}"/>
              </a:ext>
            </a:extLst>
          </p:cNvPr>
          <p:cNvSpPr txBox="1"/>
          <p:nvPr/>
        </p:nvSpPr>
        <p:spPr>
          <a:xfrm>
            <a:off x="7085453" y="5016302"/>
            <a:ext cx="1755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AWS, Docker, Deploy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E3E483-6020-3EA9-6FFA-3C2C084126B8}"/>
              </a:ext>
            </a:extLst>
          </p:cNvPr>
          <p:cNvSpPr txBox="1"/>
          <p:nvPr/>
        </p:nvSpPr>
        <p:spPr>
          <a:xfrm>
            <a:off x="7071989" y="5927825"/>
            <a:ext cx="175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Error Handling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9F9DD3-6F06-627C-CAEE-645A665D61F6}"/>
              </a:ext>
            </a:extLst>
          </p:cNvPr>
          <p:cNvSpPr/>
          <p:nvPr/>
        </p:nvSpPr>
        <p:spPr>
          <a:xfrm>
            <a:off x="2940057" y="2570274"/>
            <a:ext cx="152012" cy="861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012A5C-61C3-C1AC-87A5-DECE88BD4B82}"/>
              </a:ext>
            </a:extLst>
          </p:cNvPr>
          <p:cNvSpPr/>
          <p:nvPr/>
        </p:nvSpPr>
        <p:spPr>
          <a:xfrm>
            <a:off x="2941826" y="3466355"/>
            <a:ext cx="157745" cy="716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3C3A4E8-3124-CCFB-8029-69E38E8C0F8B}"/>
              </a:ext>
            </a:extLst>
          </p:cNvPr>
          <p:cNvSpPr/>
          <p:nvPr/>
        </p:nvSpPr>
        <p:spPr>
          <a:xfrm>
            <a:off x="2939157" y="4225497"/>
            <a:ext cx="159447" cy="669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9A7CAD3-BA99-BC71-795C-A98BE97CD99E}"/>
              </a:ext>
            </a:extLst>
          </p:cNvPr>
          <p:cNvSpPr/>
          <p:nvPr/>
        </p:nvSpPr>
        <p:spPr>
          <a:xfrm>
            <a:off x="2939156" y="4934536"/>
            <a:ext cx="159447" cy="751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655A292-C719-4ECB-0F3E-6DA1330093FD}"/>
              </a:ext>
            </a:extLst>
          </p:cNvPr>
          <p:cNvSpPr/>
          <p:nvPr/>
        </p:nvSpPr>
        <p:spPr>
          <a:xfrm>
            <a:off x="2939155" y="5718951"/>
            <a:ext cx="157165" cy="761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FE2FAD-BCED-31FC-FB00-3C242F64AD06}"/>
              </a:ext>
            </a:extLst>
          </p:cNvPr>
          <p:cNvSpPr/>
          <p:nvPr/>
        </p:nvSpPr>
        <p:spPr>
          <a:xfrm>
            <a:off x="0" y="0"/>
            <a:ext cx="9186672" cy="57220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HIDDEN</a:t>
            </a:r>
            <a:endParaRPr lang="en-IN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9" name="Rectangle: Rounded Corners 78">
            <a:hlinkClick r:id="rId2" action="ppaction://hlinksldjump"/>
            <a:extLst>
              <a:ext uri="{FF2B5EF4-FFF2-40B4-BE49-F238E27FC236}">
                <a16:creationId xmlns:a16="http://schemas.microsoft.com/office/drawing/2014/main" id="{5C7A0A78-4A1A-604E-10A2-320D5F4D0757}"/>
              </a:ext>
            </a:extLst>
          </p:cNvPr>
          <p:cNvSpPr/>
          <p:nvPr/>
        </p:nvSpPr>
        <p:spPr>
          <a:xfrm>
            <a:off x="42671" y="668273"/>
            <a:ext cx="800193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81" name="Rectangle: Rounded Corners 80">
            <a:hlinkClick r:id="rId3" action="ppaction://hlinksldjump"/>
            <a:extLst>
              <a:ext uri="{FF2B5EF4-FFF2-40B4-BE49-F238E27FC236}">
                <a16:creationId xmlns:a16="http://schemas.microsoft.com/office/drawing/2014/main" id="{F017DEB6-EDA4-7099-0C8C-7FFB974BC3C6}"/>
              </a:ext>
            </a:extLst>
          </p:cNvPr>
          <p:cNvSpPr/>
          <p:nvPr/>
        </p:nvSpPr>
        <p:spPr>
          <a:xfrm>
            <a:off x="885536" y="668273"/>
            <a:ext cx="89246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83" name="Rectangle: Rounded Corners 82">
            <a:hlinkClick r:id="rId4" action="ppaction://hlinksldjump"/>
            <a:extLst>
              <a:ext uri="{FF2B5EF4-FFF2-40B4-BE49-F238E27FC236}">
                <a16:creationId xmlns:a16="http://schemas.microsoft.com/office/drawing/2014/main" id="{8513BC35-3656-3A6E-0BCF-3A4ACC6CD884}"/>
              </a:ext>
            </a:extLst>
          </p:cNvPr>
          <p:cNvSpPr/>
          <p:nvPr/>
        </p:nvSpPr>
        <p:spPr>
          <a:xfrm>
            <a:off x="1820672" y="668273"/>
            <a:ext cx="730022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85" name="Rectangle: Rounded Corners 84">
            <a:hlinkClick r:id="rId5" action="ppaction://hlinksldjump"/>
            <a:extLst>
              <a:ext uri="{FF2B5EF4-FFF2-40B4-BE49-F238E27FC236}">
                <a16:creationId xmlns:a16="http://schemas.microsoft.com/office/drawing/2014/main" id="{3979D6F0-B45E-50A3-0C9A-4648CF3D915C}"/>
              </a:ext>
            </a:extLst>
          </p:cNvPr>
          <p:cNvSpPr/>
          <p:nvPr/>
        </p:nvSpPr>
        <p:spPr>
          <a:xfrm>
            <a:off x="2615464" y="668273"/>
            <a:ext cx="80019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87" name="Rectangle: Rounded Corners 86">
            <a:hlinkClick r:id="rId6" action="ppaction://hlinksldjump"/>
            <a:extLst>
              <a:ext uri="{FF2B5EF4-FFF2-40B4-BE49-F238E27FC236}">
                <a16:creationId xmlns:a16="http://schemas.microsoft.com/office/drawing/2014/main" id="{4856292B-9091-9002-C4A6-59E141ABDAB3}"/>
              </a:ext>
            </a:extLst>
          </p:cNvPr>
          <p:cNvSpPr/>
          <p:nvPr/>
        </p:nvSpPr>
        <p:spPr>
          <a:xfrm>
            <a:off x="3480428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89" name="Rectangle: Rounded Corners 88">
            <a:hlinkClick r:id="rId7" action="ppaction://hlinksldjump"/>
            <a:extLst>
              <a:ext uri="{FF2B5EF4-FFF2-40B4-BE49-F238E27FC236}">
                <a16:creationId xmlns:a16="http://schemas.microsoft.com/office/drawing/2014/main" id="{03C1A9E6-5818-289C-A377-E5C6A7324A5D}"/>
              </a:ext>
            </a:extLst>
          </p:cNvPr>
          <p:cNvSpPr/>
          <p:nvPr/>
        </p:nvSpPr>
        <p:spPr>
          <a:xfrm>
            <a:off x="445426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91" name="Rectangle: Rounded Corners 90">
            <a:hlinkClick r:id="rId8" action="ppaction://hlinksldjump"/>
            <a:extLst>
              <a:ext uri="{FF2B5EF4-FFF2-40B4-BE49-F238E27FC236}">
                <a16:creationId xmlns:a16="http://schemas.microsoft.com/office/drawing/2014/main" id="{DE24A971-21A8-FF01-6D83-27ACD277ACE2}"/>
              </a:ext>
            </a:extLst>
          </p:cNvPr>
          <p:cNvSpPr/>
          <p:nvPr/>
        </p:nvSpPr>
        <p:spPr>
          <a:xfrm>
            <a:off x="5406002" y="668273"/>
            <a:ext cx="990131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95" name="Rectangle: Rounded Corners 94">
            <a:hlinkClick r:id="rId9" action="ppaction://hlinksldjump"/>
            <a:extLst>
              <a:ext uri="{FF2B5EF4-FFF2-40B4-BE49-F238E27FC236}">
                <a16:creationId xmlns:a16="http://schemas.microsoft.com/office/drawing/2014/main" id="{DD40B7DD-39F7-F178-9DAC-1B6FD45CE91C}"/>
              </a:ext>
            </a:extLst>
          </p:cNvPr>
          <p:cNvSpPr/>
          <p:nvPr/>
        </p:nvSpPr>
        <p:spPr>
          <a:xfrm>
            <a:off x="6438805" y="660332"/>
            <a:ext cx="1731359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4AB37418-ED59-8A87-0AAE-2AD7DCD4754B}"/>
              </a:ext>
            </a:extLst>
          </p:cNvPr>
          <p:cNvSpPr/>
          <p:nvPr/>
        </p:nvSpPr>
        <p:spPr>
          <a:xfrm>
            <a:off x="6940296" y="46887"/>
            <a:ext cx="2161032" cy="45783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Phase: Learning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EB666B0-BC8E-DC27-1501-E50DDC00DD71}"/>
              </a:ext>
            </a:extLst>
          </p:cNvPr>
          <p:cNvSpPr txBox="1"/>
          <p:nvPr/>
        </p:nvSpPr>
        <p:spPr>
          <a:xfrm>
            <a:off x="1382455" y="2640906"/>
            <a:ext cx="1096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Python Adv</a:t>
            </a:r>
            <a:endParaRPr lang="en-IN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607D71F-1E64-3E34-C043-CCB44647CE33}"/>
              </a:ext>
            </a:extLst>
          </p:cNvPr>
          <p:cNvSpPr/>
          <p:nvPr/>
        </p:nvSpPr>
        <p:spPr>
          <a:xfrm>
            <a:off x="4863309" y="2570274"/>
            <a:ext cx="152012" cy="861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9D57245-939B-799A-6070-3BA09A0BAB82}"/>
              </a:ext>
            </a:extLst>
          </p:cNvPr>
          <p:cNvSpPr/>
          <p:nvPr/>
        </p:nvSpPr>
        <p:spPr>
          <a:xfrm>
            <a:off x="4861268" y="3466355"/>
            <a:ext cx="157745" cy="716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2C60AE6-06E7-EBA0-7391-CC1E0610C7AD}"/>
              </a:ext>
            </a:extLst>
          </p:cNvPr>
          <p:cNvSpPr/>
          <p:nvPr/>
        </p:nvSpPr>
        <p:spPr>
          <a:xfrm>
            <a:off x="4856694" y="4225497"/>
            <a:ext cx="159447" cy="669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CB5DE7A-5176-427E-7D8A-FEE727CE2FA2}"/>
              </a:ext>
            </a:extLst>
          </p:cNvPr>
          <p:cNvSpPr/>
          <p:nvPr/>
        </p:nvSpPr>
        <p:spPr>
          <a:xfrm>
            <a:off x="4856693" y="4934536"/>
            <a:ext cx="159447" cy="751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CC800A7-ED6D-DF05-90DB-A7C502625922}"/>
              </a:ext>
            </a:extLst>
          </p:cNvPr>
          <p:cNvSpPr/>
          <p:nvPr/>
        </p:nvSpPr>
        <p:spPr>
          <a:xfrm>
            <a:off x="4856692" y="5718951"/>
            <a:ext cx="157165" cy="761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273677E-F7DB-CF5F-40CB-4E9CCF49D165}"/>
              </a:ext>
            </a:extLst>
          </p:cNvPr>
          <p:cNvSpPr/>
          <p:nvPr/>
        </p:nvSpPr>
        <p:spPr>
          <a:xfrm>
            <a:off x="6689842" y="2567427"/>
            <a:ext cx="152012" cy="861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2668D3C-C05A-1F26-FBFA-0C0FA6E2D146}"/>
              </a:ext>
            </a:extLst>
          </p:cNvPr>
          <p:cNvSpPr/>
          <p:nvPr/>
        </p:nvSpPr>
        <p:spPr>
          <a:xfrm>
            <a:off x="6683991" y="3463696"/>
            <a:ext cx="157745" cy="722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989F7B2-4875-EF5B-1E10-AAB2C3A04EE4}"/>
              </a:ext>
            </a:extLst>
          </p:cNvPr>
          <p:cNvSpPr/>
          <p:nvPr/>
        </p:nvSpPr>
        <p:spPr>
          <a:xfrm>
            <a:off x="6681322" y="4220745"/>
            <a:ext cx="159447" cy="674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57F025D-D3B7-690B-E596-0FB87F5B90CD}"/>
              </a:ext>
            </a:extLst>
          </p:cNvPr>
          <p:cNvSpPr/>
          <p:nvPr/>
        </p:nvSpPr>
        <p:spPr>
          <a:xfrm>
            <a:off x="6683226" y="4929784"/>
            <a:ext cx="159447" cy="751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5EBF9B1-D4CF-9313-0417-C61C9C5CDCB2}"/>
              </a:ext>
            </a:extLst>
          </p:cNvPr>
          <p:cNvSpPr/>
          <p:nvPr/>
        </p:nvSpPr>
        <p:spPr>
          <a:xfrm>
            <a:off x="6685130" y="5716104"/>
            <a:ext cx="157165" cy="761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9687D8C-C7C7-61CB-D4BB-959E8456079B}"/>
              </a:ext>
            </a:extLst>
          </p:cNvPr>
          <p:cNvSpPr/>
          <p:nvPr/>
        </p:nvSpPr>
        <p:spPr>
          <a:xfrm>
            <a:off x="8782474" y="2570274"/>
            <a:ext cx="152012" cy="861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597D18B-38FE-F80C-0EAF-86A383E892C2}"/>
              </a:ext>
            </a:extLst>
          </p:cNvPr>
          <p:cNvSpPr/>
          <p:nvPr/>
        </p:nvSpPr>
        <p:spPr>
          <a:xfrm>
            <a:off x="8774718" y="3466355"/>
            <a:ext cx="157745" cy="716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A877F7E-5216-4F4E-AA41-2FDF0D7C2A1E}"/>
              </a:ext>
            </a:extLst>
          </p:cNvPr>
          <p:cNvSpPr/>
          <p:nvPr/>
        </p:nvSpPr>
        <p:spPr>
          <a:xfrm>
            <a:off x="8773954" y="4225497"/>
            <a:ext cx="159447" cy="669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4C6F8DD-0A0D-593D-A76F-55CC3FECFBEA}"/>
              </a:ext>
            </a:extLst>
          </p:cNvPr>
          <p:cNvSpPr/>
          <p:nvPr/>
        </p:nvSpPr>
        <p:spPr>
          <a:xfrm>
            <a:off x="8773953" y="4934536"/>
            <a:ext cx="159447" cy="751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5028826-13E4-00AF-BD0E-3BDB4AADA831}"/>
              </a:ext>
            </a:extLst>
          </p:cNvPr>
          <p:cNvSpPr/>
          <p:nvPr/>
        </p:nvSpPr>
        <p:spPr>
          <a:xfrm>
            <a:off x="8775857" y="5718951"/>
            <a:ext cx="157165" cy="761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: Rounded Corners 119">
            <a:hlinkClick r:id="rId10" action="ppaction://hlinksldjump"/>
            <a:extLst>
              <a:ext uri="{FF2B5EF4-FFF2-40B4-BE49-F238E27FC236}">
                <a16:creationId xmlns:a16="http://schemas.microsoft.com/office/drawing/2014/main" id="{D26CB544-DE1A-1EA6-9399-99B27D882E13}"/>
              </a:ext>
            </a:extLst>
          </p:cNvPr>
          <p:cNvSpPr/>
          <p:nvPr/>
        </p:nvSpPr>
        <p:spPr>
          <a:xfrm>
            <a:off x="823493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1261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20DB-D630-DE1E-86B1-23DC6BAA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5E38E7-6B2B-CCC2-711E-1D1C9D8BB5F4}"/>
              </a:ext>
            </a:extLst>
          </p:cNvPr>
          <p:cNvSpPr/>
          <p:nvPr/>
        </p:nvSpPr>
        <p:spPr>
          <a:xfrm>
            <a:off x="64008" y="56217"/>
            <a:ext cx="9144000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5686AC-3AA5-903D-92B8-5B7C9F74EAC8}"/>
              </a:ext>
            </a:extLst>
          </p:cNvPr>
          <p:cNvSpPr/>
          <p:nvPr/>
        </p:nvSpPr>
        <p:spPr>
          <a:xfrm>
            <a:off x="0" y="35128"/>
            <a:ext cx="9186672" cy="1130094"/>
          </a:xfrm>
          <a:prstGeom prst="rect">
            <a:avLst/>
          </a:prstGeom>
          <a:solidFill>
            <a:schemeClr val="accent4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00A9A1-1D06-6267-FD14-114A4C6DAE8B}"/>
              </a:ext>
            </a:extLst>
          </p:cNvPr>
          <p:cNvSpPr/>
          <p:nvPr/>
        </p:nvSpPr>
        <p:spPr>
          <a:xfrm>
            <a:off x="0" y="1"/>
            <a:ext cx="9186672" cy="1130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ED5991-2BC4-EB0D-CFCE-1E5759BFC1DF}"/>
              </a:ext>
            </a:extLst>
          </p:cNvPr>
          <p:cNvSpPr/>
          <p:nvPr/>
        </p:nvSpPr>
        <p:spPr>
          <a:xfrm>
            <a:off x="-1063482" y="1589053"/>
            <a:ext cx="9863542" cy="4914334"/>
          </a:xfrm>
          <a:prstGeom prst="roundRect">
            <a:avLst>
              <a:gd name="adj" fmla="val 23454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55971-D707-B894-86F6-C590CB22F8D9}"/>
              </a:ext>
            </a:extLst>
          </p:cNvPr>
          <p:cNvSpPr/>
          <p:nvPr/>
        </p:nvSpPr>
        <p:spPr>
          <a:xfrm>
            <a:off x="0" y="0"/>
            <a:ext cx="9186672" cy="57220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RAG BASED AI ASSISTANCE </a:t>
            </a:r>
          </a:p>
        </p:txBody>
      </p:sp>
      <p:sp>
        <p:nvSpPr>
          <p:cNvPr id="38" name="Rectangle: Rounded Corners 37">
            <a:hlinkClick r:id="rId2" action="ppaction://hlinksldjump"/>
            <a:extLst>
              <a:ext uri="{FF2B5EF4-FFF2-40B4-BE49-F238E27FC236}">
                <a16:creationId xmlns:a16="http://schemas.microsoft.com/office/drawing/2014/main" id="{D538E51D-DAC6-9837-B69A-64CABB8DCA33}"/>
              </a:ext>
            </a:extLst>
          </p:cNvPr>
          <p:cNvSpPr/>
          <p:nvPr/>
        </p:nvSpPr>
        <p:spPr>
          <a:xfrm>
            <a:off x="42671" y="668273"/>
            <a:ext cx="800193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Tech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0" name="Rectangle: Rounded Corners 39">
            <a:hlinkClick r:id="rId3" action="ppaction://hlinksldjump"/>
            <a:extLst>
              <a:ext uri="{FF2B5EF4-FFF2-40B4-BE49-F238E27FC236}">
                <a16:creationId xmlns:a16="http://schemas.microsoft.com/office/drawing/2014/main" id="{98043869-0D1B-4C03-8EDE-A060F7649A34}"/>
              </a:ext>
            </a:extLst>
          </p:cNvPr>
          <p:cNvSpPr/>
          <p:nvPr/>
        </p:nvSpPr>
        <p:spPr>
          <a:xfrm>
            <a:off x="885536" y="668273"/>
            <a:ext cx="89246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Phases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2" name="Rectangle: Rounded Corners 41">
            <a:hlinkClick r:id="rId4" action="ppaction://hlinksldjump"/>
            <a:extLst>
              <a:ext uri="{FF2B5EF4-FFF2-40B4-BE49-F238E27FC236}">
                <a16:creationId xmlns:a16="http://schemas.microsoft.com/office/drawing/2014/main" id="{70E818B2-9589-EBD0-7F34-617525D008FC}"/>
              </a:ext>
            </a:extLst>
          </p:cNvPr>
          <p:cNvSpPr/>
          <p:nvPr/>
        </p:nvSpPr>
        <p:spPr>
          <a:xfrm>
            <a:off x="1842770" y="668273"/>
            <a:ext cx="70792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Head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4" name="Rectangle: Rounded Corners 43">
            <a:hlinkClick r:id="rId5" action="ppaction://hlinksldjump"/>
            <a:extLst>
              <a:ext uri="{FF2B5EF4-FFF2-40B4-BE49-F238E27FC236}">
                <a16:creationId xmlns:a16="http://schemas.microsoft.com/office/drawing/2014/main" id="{C0192BC8-09BA-F622-85D4-53BBF120B65C}"/>
              </a:ext>
            </a:extLst>
          </p:cNvPr>
          <p:cNvSpPr/>
          <p:nvPr/>
        </p:nvSpPr>
        <p:spPr>
          <a:xfrm>
            <a:off x="2615464" y="668273"/>
            <a:ext cx="800194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Rohan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6" name="Rectangle: Rounded Corners 45">
            <a:hlinkClick r:id="rId6" action="ppaction://hlinksldjump"/>
            <a:extLst>
              <a:ext uri="{FF2B5EF4-FFF2-40B4-BE49-F238E27FC236}">
                <a16:creationId xmlns:a16="http://schemas.microsoft.com/office/drawing/2014/main" id="{3AEA0FB7-A1CE-001B-EB93-3DD75EFC61E3}"/>
              </a:ext>
            </a:extLst>
          </p:cNvPr>
          <p:cNvSpPr/>
          <p:nvPr/>
        </p:nvSpPr>
        <p:spPr>
          <a:xfrm>
            <a:off x="3480428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Shivam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8" name="Rectangle: Rounded Corners 47">
            <a:hlinkClick r:id="rId7" action="ppaction://hlinksldjump"/>
            <a:extLst>
              <a:ext uri="{FF2B5EF4-FFF2-40B4-BE49-F238E27FC236}">
                <a16:creationId xmlns:a16="http://schemas.microsoft.com/office/drawing/2014/main" id="{CDAD86DC-17AC-EA3A-171F-084D3A62FD1A}"/>
              </a:ext>
            </a:extLst>
          </p:cNvPr>
          <p:cNvSpPr/>
          <p:nvPr/>
        </p:nvSpPr>
        <p:spPr>
          <a:xfrm>
            <a:off x="4454264" y="668273"/>
            <a:ext cx="909066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Sunil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0" name="Rectangle: Rounded Corners 49">
            <a:hlinkClick r:id="rId8" action="ppaction://hlinksldjump"/>
            <a:extLst>
              <a:ext uri="{FF2B5EF4-FFF2-40B4-BE49-F238E27FC236}">
                <a16:creationId xmlns:a16="http://schemas.microsoft.com/office/drawing/2014/main" id="{A9D7F3BC-EE43-A248-0CE6-2A0B528AB3F6}"/>
              </a:ext>
            </a:extLst>
          </p:cNvPr>
          <p:cNvSpPr/>
          <p:nvPr/>
        </p:nvSpPr>
        <p:spPr>
          <a:xfrm>
            <a:off x="5406002" y="668273"/>
            <a:ext cx="990131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Apurva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2" name="Rectangle: Rounded Corners 51">
            <a:hlinkClick r:id="rId9" action="ppaction://hlinksldjump"/>
            <a:extLst>
              <a:ext uri="{FF2B5EF4-FFF2-40B4-BE49-F238E27FC236}">
                <a16:creationId xmlns:a16="http://schemas.microsoft.com/office/drawing/2014/main" id="{3ADF4A3D-B09F-7D04-2539-BFCD1683DB29}"/>
              </a:ext>
            </a:extLst>
          </p:cNvPr>
          <p:cNvSpPr/>
          <p:nvPr/>
        </p:nvSpPr>
        <p:spPr>
          <a:xfrm>
            <a:off x="7565898" y="668273"/>
            <a:ext cx="1578102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Evaluation</a:t>
            </a:r>
            <a:endParaRPr lang="en-IN" sz="2000" b="1" dirty="0"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54" name="Rectangle: Rounded Corners 53">
            <a:hlinkClick r:id="rId10" action="ppaction://hlinksldjump"/>
            <a:extLst>
              <a:ext uri="{FF2B5EF4-FFF2-40B4-BE49-F238E27FC236}">
                <a16:creationId xmlns:a16="http://schemas.microsoft.com/office/drawing/2014/main" id="{84EBB74A-71F4-2C52-F0A2-BF2C38A58E64}"/>
              </a:ext>
            </a:extLst>
          </p:cNvPr>
          <p:cNvSpPr/>
          <p:nvPr/>
        </p:nvSpPr>
        <p:spPr>
          <a:xfrm>
            <a:off x="6438805" y="660332"/>
            <a:ext cx="1084421" cy="400110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  <a:ea typeface="ADLaM Display" panose="02010000000000000000" pitchFamily="2" charset="0"/>
                <a:cs typeface="Aharoni" panose="02010803020104030203" pitchFamily="2" charset="-79"/>
              </a:rPr>
              <a:t>Learning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F33E35B-2066-7901-CD1E-61B5D12766D7}"/>
              </a:ext>
            </a:extLst>
          </p:cNvPr>
          <p:cNvSpPr/>
          <p:nvPr/>
        </p:nvSpPr>
        <p:spPr>
          <a:xfrm>
            <a:off x="6940296" y="46887"/>
            <a:ext cx="2161032" cy="45783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Evaluation</a:t>
            </a:r>
            <a:endParaRPr lang="en-IN" b="1" dirty="0">
              <a:solidFill>
                <a:schemeClr val="bg1"/>
              </a:solidFill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60F641D-F8C8-6B2F-EC7E-CA123074F48A}"/>
              </a:ext>
            </a:extLst>
          </p:cNvPr>
          <p:cNvGrpSpPr/>
          <p:nvPr/>
        </p:nvGrpSpPr>
        <p:grpSpPr>
          <a:xfrm>
            <a:off x="-1863313" y="2253973"/>
            <a:ext cx="10344503" cy="3485595"/>
            <a:chOff x="-1126955" y="1571817"/>
            <a:chExt cx="10344503" cy="3485595"/>
          </a:xfrm>
        </p:grpSpPr>
        <p:sp>
          <p:nvSpPr>
            <p:cNvPr id="12" name="Block Arc 11">
              <a:extLst>
                <a:ext uri="{FF2B5EF4-FFF2-40B4-BE49-F238E27FC236}">
                  <a16:creationId xmlns:a16="http://schemas.microsoft.com/office/drawing/2014/main" id="{B044660D-1B5C-3640-5EE8-18E24A391B90}"/>
                </a:ext>
              </a:extLst>
            </p:cNvPr>
            <p:cNvSpPr/>
            <p:nvPr/>
          </p:nvSpPr>
          <p:spPr>
            <a:xfrm>
              <a:off x="-466807" y="2077961"/>
              <a:ext cx="2700000" cy="2700000"/>
            </a:xfrm>
            <a:prstGeom prst="blockArc">
              <a:avLst>
                <a:gd name="adj1" fmla="val 16411363"/>
                <a:gd name="adj2" fmla="val 18684135"/>
                <a:gd name="adj3" fmla="val 309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B1CB93A5-A89E-2D4C-7F34-784C174341E2}"/>
                </a:ext>
              </a:extLst>
            </p:cNvPr>
            <p:cNvSpPr/>
            <p:nvPr/>
          </p:nvSpPr>
          <p:spPr>
            <a:xfrm rot="1931114">
              <a:off x="-466807" y="2077961"/>
              <a:ext cx="2700000" cy="2700000"/>
            </a:xfrm>
            <a:prstGeom prst="blockArc">
              <a:avLst>
                <a:gd name="adj1" fmla="val 16774674"/>
                <a:gd name="adj2" fmla="val 18989150"/>
                <a:gd name="adj3" fmla="val 2842"/>
              </a:avLst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8" name="Block Arc 17">
              <a:extLst>
                <a:ext uri="{FF2B5EF4-FFF2-40B4-BE49-F238E27FC236}">
                  <a16:creationId xmlns:a16="http://schemas.microsoft.com/office/drawing/2014/main" id="{0626BA33-C77A-CAB0-A33B-44EEDC161373}"/>
                </a:ext>
              </a:extLst>
            </p:cNvPr>
            <p:cNvSpPr/>
            <p:nvPr/>
          </p:nvSpPr>
          <p:spPr>
            <a:xfrm rot="3921023">
              <a:off x="-466807" y="2077961"/>
              <a:ext cx="2700000" cy="2700000"/>
            </a:xfrm>
            <a:prstGeom prst="blockArc">
              <a:avLst>
                <a:gd name="adj1" fmla="val 17007918"/>
                <a:gd name="adj2" fmla="val 19216688"/>
                <a:gd name="adj3" fmla="val 2979"/>
              </a:avLst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Block Arc 18">
              <a:extLst>
                <a:ext uri="{FF2B5EF4-FFF2-40B4-BE49-F238E27FC236}">
                  <a16:creationId xmlns:a16="http://schemas.microsoft.com/office/drawing/2014/main" id="{0DDA7ED1-FEEC-F71A-B02E-BADEBFC8F3B0}"/>
                </a:ext>
              </a:extLst>
            </p:cNvPr>
            <p:cNvSpPr/>
            <p:nvPr/>
          </p:nvSpPr>
          <p:spPr>
            <a:xfrm rot="5875047">
              <a:off x="-466808" y="2077960"/>
              <a:ext cx="2700000" cy="2700000"/>
            </a:xfrm>
            <a:prstGeom prst="blockArc">
              <a:avLst>
                <a:gd name="adj1" fmla="val 17254664"/>
                <a:gd name="adj2" fmla="val 19540560"/>
                <a:gd name="adj3" fmla="val 3094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9DA55AE-E686-9BAF-F5FE-F705BA88A9A0}"/>
                </a:ext>
              </a:extLst>
            </p:cNvPr>
            <p:cNvGrpSpPr/>
            <p:nvPr/>
          </p:nvGrpSpPr>
          <p:grpSpPr>
            <a:xfrm>
              <a:off x="-1126955" y="1873963"/>
              <a:ext cx="3579832" cy="3183449"/>
              <a:chOff x="-1126955" y="1873963"/>
              <a:chExt cx="3579832" cy="318344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0D7A668-1B20-190E-025D-C3C671211A43}"/>
                  </a:ext>
                </a:extLst>
              </p:cNvPr>
              <p:cNvGrpSpPr/>
              <p:nvPr/>
            </p:nvGrpSpPr>
            <p:grpSpPr>
              <a:xfrm>
                <a:off x="-395760" y="2169000"/>
                <a:ext cx="2520000" cy="2520000"/>
                <a:chOff x="-395760" y="2169000"/>
                <a:chExt cx="2520000" cy="252000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8531E4EE-DD12-F4A5-A4E5-1FFEBB634247}"/>
                    </a:ext>
                  </a:extLst>
                </p:cNvPr>
                <p:cNvSpPr/>
                <p:nvPr/>
              </p:nvSpPr>
              <p:spPr>
                <a:xfrm>
                  <a:off x="-395760" y="2169000"/>
                  <a:ext cx="2520000" cy="252000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51350DF-CB0D-A78E-D40D-D727683519F3}"/>
                    </a:ext>
                  </a:extLst>
                </p:cNvPr>
                <p:cNvSpPr txBox="1"/>
                <p:nvPr/>
              </p:nvSpPr>
              <p:spPr>
                <a:xfrm>
                  <a:off x="817585" y="3184865"/>
                  <a:ext cx="123723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0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HEAD</a:t>
                  </a:r>
                  <a:endParaRPr lang="en-IN" sz="30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</p:grp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9F3779CD-8871-6148-DFF9-4B2CF6CE5B4E}"/>
                  </a:ext>
                </a:extLst>
              </p:cNvPr>
              <p:cNvSpPr/>
              <p:nvPr/>
            </p:nvSpPr>
            <p:spPr>
              <a:xfrm>
                <a:off x="-1126955" y="1873963"/>
                <a:ext cx="3579832" cy="3183449"/>
              </a:xfrm>
              <a:prstGeom prst="arc">
                <a:avLst>
                  <a:gd name="adj1" fmla="val 16525542"/>
                  <a:gd name="adj2" fmla="val 5279258"/>
                </a:avLst>
              </a:prstGeom>
              <a:ln w="1270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2AC8496-E807-BA7C-EDA5-B1D497F1ED87}"/>
                </a:ext>
              </a:extLst>
            </p:cNvPr>
            <p:cNvSpPr/>
            <p:nvPr/>
          </p:nvSpPr>
          <p:spPr>
            <a:xfrm>
              <a:off x="1346201" y="1909949"/>
              <a:ext cx="180000" cy="180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5E76B05-E5AD-8A7C-200F-6064F0AB4998}"/>
                </a:ext>
              </a:extLst>
            </p:cNvPr>
            <p:cNvSpPr/>
            <p:nvPr/>
          </p:nvSpPr>
          <p:spPr>
            <a:xfrm>
              <a:off x="2128508" y="2542815"/>
              <a:ext cx="180000" cy="180000"/>
            </a:xfrm>
            <a:prstGeom prst="ellipse">
              <a:avLst/>
            </a:prstGeom>
            <a:solidFill>
              <a:srgbClr val="47D45A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ECAD9CD-4C4F-6D0A-5B7F-C3A56F0EC6B7}"/>
                </a:ext>
              </a:extLst>
            </p:cNvPr>
            <p:cNvSpPr/>
            <p:nvPr/>
          </p:nvSpPr>
          <p:spPr>
            <a:xfrm>
              <a:off x="2356749" y="3533645"/>
              <a:ext cx="180000" cy="180000"/>
            </a:xfrm>
            <a:prstGeom prst="ellipse">
              <a:avLst/>
            </a:prstGeom>
            <a:solidFill>
              <a:srgbClr val="4E95D9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9C6ED15-44F4-9AAD-F3B7-0FBD59F26698}"/>
                </a:ext>
              </a:extLst>
            </p:cNvPr>
            <p:cNvSpPr/>
            <p:nvPr/>
          </p:nvSpPr>
          <p:spPr>
            <a:xfrm>
              <a:off x="1923169" y="4398292"/>
              <a:ext cx="180000" cy="180000"/>
            </a:xfrm>
            <a:prstGeom prst="ellipse">
              <a:avLst/>
            </a:prstGeom>
            <a:solidFill>
              <a:srgbClr val="D86ECC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021A334-5166-0967-21A3-9B097B7CF8D6}"/>
                </a:ext>
              </a:extLst>
            </p:cNvPr>
            <p:cNvGrpSpPr/>
            <p:nvPr/>
          </p:nvGrpSpPr>
          <p:grpSpPr>
            <a:xfrm>
              <a:off x="1526201" y="1743545"/>
              <a:ext cx="1802892" cy="138296"/>
              <a:chOff x="1526201" y="1743545"/>
              <a:chExt cx="1802892" cy="138296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66EF4C3-D3F0-655B-1ACF-F313396266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26201" y="1743545"/>
                <a:ext cx="149352" cy="13829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D351877-66BE-D187-F34A-A094640106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5553" y="1748916"/>
                <a:ext cx="16535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1283647-97B0-3142-92AC-64AC78B93B29}"/>
                </a:ext>
              </a:extLst>
            </p:cNvPr>
            <p:cNvGrpSpPr/>
            <p:nvPr/>
          </p:nvGrpSpPr>
          <p:grpSpPr>
            <a:xfrm>
              <a:off x="2331320" y="2445312"/>
              <a:ext cx="329172" cy="86766"/>
              <a:chOff x="2331320" y="2445312"/>
              <a:chExt cx="329172" cy="86766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BAAF42A-3657-C290-8BF0-2BE724FD73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2877" y="2453624"/>
                <a:ext cx="20761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157BA79-F272-457E-7915-71402E5311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320" y="2445312"/>
                <a:ext cx="132206" cy="867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7FB5A9E-9F81-A6A5-A0A6-31B642C3479C}"/>
                </a:ext>
              </a:extLst>
            </p:cNvPr>
            <p:cNvGrpSpPr/>
            <p:nvPr/>
          </p:nvGrpSpPr>
          <p:grpSpPr>
            <a:xfrm>
              <a:off x="2592040" y="3646555"/>
              <a:ext cx="596053" cy="46898"/>
              <a:chOff x="2592040" y="3646555"/>
              <a:chExt cx="596053" cy="46898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AD5B7CC-6FAA-922B-306E-D23BB1602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1659" y="3693453"/>
                <a:ext cx="3764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B255E99-04D2-D49E-F226-86D0F43B6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2040" y="3646555"/>
                <a:ext cx="219619" cy="45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B9E6D0C-8CF6-8CB6-F5D3-71BA26F6A5FC}"/>
                </a:ext>
              </a:extLst>
            </p:cNvPr>
            <p:cNvGrpSpPr/>
            <p:nvPr/>
          </p:nvGrpSpPr>
          <p:grpSpPr>
            <a:xfrm>
              <a:off x="2138611" y="4575035"/>
              <a:ext cx="1222072" cy="113965"/>
              <a:chOff x="2138611" y="4575035"/>
              <a:chExt cx="1222072" cy="113965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E46215B-7BD2-14B7-E25E-88CD2241B7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9660" y="4673078"/>
                <a:ext cx="921023" cy="1592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F82E52CD-8BB3-38EA-CE55-1A99CC474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8611" y="4575035"/>
                <a:ext cx="324802" cy="9804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B291449-63DC-A509-20D9-AEEDD609C251}"/>
                </a:ext>
              </a:extLst>
            </p:cNvPr>
            <p:cNvGrpSpPr/>
            <p:nvPr/>
          </p:nvGrpSpPr>
          <p:grpSpPr>
            <a:xfrm>
              <a:off x="2582337" y="2290386"/>
              <a:ext cx="1858957" cy="417964"/>
              <a:chOff x="2582337" y="2290386"/>
              <a:chExt cx="1858957" cy="417964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E78520E9-3B8C-89FF-6269-3BDC7F898F0A}"/>
                  </a:ext>
                </a:extLst>
              </p:cNvPr>
              <p:cNvSpPr/>
              <p:nvPr/>
            </p:nvSpPr>
            <p:spPr>
              <a:xfrm>
                <a:off x="2582337" y="2290386"/>
                <a:ext cx="1858957" cy="417964"/>
              </a:xfrm>
              <a:prstGeom prst="roundRect">
                <a:avLst>
                  <a:gd name="adj" fmla="val 50000"/>
                </a:avLst>
              </a:prstGeom>
              <a:solidFill>
                <a:srgbClr val="47D45A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4D8F09C-D32E-5629-08DF-C399EEB24885}"/>
                  </a:ext>
                </a:extLst>
              </p:cNvPr>
              <p:cNvSpPr txBox="1"/>
              <p:nvPr/>
            </p:nvSpPr>
            <p:spPr>
              <a:xfrm>
                <a:off x="2934274" y="2310966"/>
                <a:ext cx="10406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defRPr>
                </a:lvl1pPr>
              </a:lstStyle>
              <a:p>
                <a:r>
                  <a:rPr lang="en-US" sz="1600" dirty="0"/>
                  <a:t>Training</a:t>
                </a:r>
                <a:endParaRPr lang="en-IN" sz="1600" dirty="0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D086D0C-8FF4-2E27-C0D7-EFFE99785824}"/>
                </a:ext>
              </a:extLst>
            </p:cNvPr>
            <p:cNvGrpSpPr/>
            <p:nvPr/>
          </p:nvGrpSpPr>
          <p:grpSpPr>
            <a:xfrm>
              <a:off x="2728301" y="3481846"/>
              <a:ext cx="2108346" cy="1420289"/>
              <a:chOff x="2728301" y="3481846"/>
              <a:chExt cx="2108346" cy="1420289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CE045073-27A9-D2DE-87A0-342C605C0C08}"/>
                  </a:ext>
                </a:extLst>
              </p:cNvPr>
              <p:cNvSpPr/>
              <p:nvPr/>
            </p:nvSpPr>
            <p:spPr>
              <a:xfrm>
                <a:off x="2977690" y="3481846"/>
                <a:ext cx="1858957" cy="447157"/>
              </a:xfrm>
              <a:prstGeom prst="roundRect">
                <a:avLst>
                  <a:gd name="adj" fmla="val 50000"/>
                </a:avLst>
              </a:prstGeom>
              <a:solidFill>
                <a:srgbClr val="4E95D9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5D5FF68-531C-33B5-53E4-1DCA6BA9AA47}"/>
                  </a:ext>
                </a:extLst>
              </p:cNvPr>
              <p:cNvSpPr txBox="1"/>
              <p:nvPr/>
            </p:nvSpPr>
            <p:spPr>
              <a:xfrm>
                <a:off x="3118993" y="3511610"/>
                <a:ext cx="16750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defRPr>
                </a:lvl1pPr>
              </a:lstStyle>
              <a:p>
                <a:r>
                  <a:rPr lang="en-US" sz="1600" dirty="0"/>
                  <a:t>Deep Learning</a:t>
                </a:r>
                <a:endParaRPr lang="en-IN" sz="1600" dirty="0"/>
              </a:p>
            </p:txBody>
          </p:sp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FD531223-08E3-7E64-98AE-5A3743C049C7}"/>
                  </a:ext>
                </a:extLst>
              </p:cNvPr>
              <p:cNvSpPr/>
              <p:nvPr/>
            </p:nvSpPr>
            <p:spPr>
              <a:xfrm>
                <a:off x="2728301" y="4454978"/>
                <a:ext cx="1858957" cy="447157"/>
              </a:xfrm>
              <a:prstGeom prst="roundRect">
                <a:avLst>
                  <a:gd name="adj" fmla="val 50000"/>
                </a:avLst>
              </a:prstGeom>
              <a:solidFill>
                <a:srgbClr val="4E95D9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5E061C0-F477-DCA5-272C-96A9A21E833E}"/>
                </a:ext>
              </a:extLst>
            </p:cNvPr>
            <p:cNvGrpSpPr/>
            <p:nvPr/>
          </p:nvGrpSpPr>
          <p:grpSpPr>
            <a:xfrm>
              <a:off x="2701849" y="4428434"/>
              <a:ext cx="1988915" cy="489288"/>
              <a:chOff x="2701849" y="4428434"/>
              <a:chExt cx="1988915" cy="489288"/>
            </a:xfrm>
          </p:grpSpPr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F66E8517-6125-1C4F-9B0E-EB623C89BA90}"/>
                  </a:ext>
                </a:extLst>
              </p:cNvPr>
              <p:cNvSpPr/>
              <p:nvPr/>
            </p:nvSpPr>
            <p:spPr>
              <a:xfrm>
                <a:off x="2701849" y="4428434"/>
                <a:ext cx="1900787" cy="489288"/>
              </a:xfrm>
              <a:prstGeom prst="roundRect">
                <a:avLst>
                  <a:gd name="adj" fmla="val 50000"/>
                </a:avLst>
              </a:prstGeom>
              <a:solidFill>
                <a:srgbClr val="D86ECC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89BC4F6-ADFC-99CA-BD1A-C96A66EEDA63}"/>
                  </a:ext>
                </a:extLst>
              </p:cNvPr>
              <p:cNvSpPr txBox="1"/>
              <p:nvPr/>
            </p:nvSpPr>
            <p:spPr>
              <a:xfrm>
                <a:off x="2977690" y="4509279"/>
                <a:ext cx="1713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Deployment</a:t>
                </a:r>
                <a:endParaRPr lang="en-IN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CBF6734-DAAA-A935-1580-59AE868808FD}"/>
                </a:ext>
              </a:extLst>
            </p:cNvPr>
            <p:cNvGrpSpPr/>
            <p:nvPr/>
          </p:nvGrpSpPr>
          <p:grpSpPr>
            <a:xfrm>
              <a:off x="2001005" y="1571817"/>
              <a:ext cx="7216543" cy="3241775"/>
              <a:chOff x="2001005" y="1571817"/>
              <a:chExt cx="7216543" cy="3241775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A681E9DB-2977-F8B1-5FAE-A55FB433BC51}"/>
                  </a:ext>
                </a:extLst>
              </p:cNvPr>
              <p:cNvSpPr/>
              <p:nvPr/>
            </p:nvSpPr>
            <p:spPr>
              <a:xfrm>
                <a:off x="2001005" y="1571817"/>
                <a:ext cx="1828876" cy="404752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F0108F5-F442-3F30-AA96-A6E594C6C312}"/>
                  </a:ext>
                </a:extLst>
              </p:cNvPr>
              <p:cNvSpPr txBox="1"/>
              <p:nvPr/>
            </p:nvSpPr>
            <p:spPr>
              <a:xfrm>
                <a:off x="2169945" y="1607767"/>
                <a:ext cx="17360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defRPr>
                </a:lvl1pPr>
              </a:lstStyle>
              <a:p>
                <a:r>
                  <a:rPr lang="en-US" sz="1600" dirty="0"/>
                  <a:t>Data Analysis</a:t>
                </a:r>
                <a:endParaRPr lang="en-IN" sz="1600" dirty="0"/>
              </a:p>
            </p:txBody>
          </p:sp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E44B44A9-93DF-7AA9-4745-3C6A044E13F8}"/>
                  </a:ext>
                </a:extLst>
              </p:cNvPr>
              <p:cNvSpPr/>
              <p:nvPr/>
            </p:nvSpPr>
            <p:spPr>
              <a:xfrm>
                <a:off x="7787083" y="2006350"/>
                <a:ext cx="1284504" cy="536465"/>
              </a:xfrm>
              <a:prstGeom prst="roundRect">
                <a:avLst>
                  <a:gd name="adj" fmla="val 50000"/>
                </a:avLst>
              </a:prstGeom>
              <a:solidFill>
                <a:srgbClr val="44CD56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328BAC77-8333-D43D-E68F-CD99D605F2B4}"/>
                  </a:ext>
                </a:extLst>
              </p:cNvPr>
              <p:cNvSpPr/>
              <p:nvPr/>
            </p:nvSpPr>
            <p:spPr>
              <a:xfrm>
                <a:off x="5292514" y="1993383"/>
                <a:ext cx="1600184" cy="579912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C73323BD-28ED-1B9F-4A81-49E69D57451C}"/>
                  </a:ext>
                </a:extLst>
              </p:cNvPr>
              <p:cNvSpPr/>
              <p:nvPr/>
            </p:nvSpPr>
            <p:spPr>
              <a:xfrm>
                <a:off x="5320576" y="4219323"/>
                <a:ext cx="1600184" cy="579912"/>
              </a:xfrm>
              <a:prstGeom prst="roundRect">
                <a:avLst>
                  <a:gd name="adj" fmla="val 50000"/>
                </a:avLst>
              </a:prstGeom>
              <a:solidFill>
                <a:srgbClr val="4C8FD1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F2FB9FE2-F1C5-1FA4-7C13-AD1593CE846B}"/>
                  </a:ext>
                </a:extLst>
              </p:cNvPr>
              <p:cNvSpPr/>
              <p:nvPr/>
            </p:nvSpPr>
            <p:spPr>
              <a:xfrm>
                <a:off x="7617364" y="4303552"/>
                <a:ext cx="1600184" cy="510040"/>
              </a:xfrm>
              <a:prstGeom prst="roundRect">
                <a:avLst>
                  <a:gd name="adj" fmla="val 50000"/>
                </a:avLst>
              </a:prstGeom>
              <a:solidFill>
                <a:srgbClr val="D16AC5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06E86D1-8777-1352-830A-3FB6CDE1A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679233"/>
              </p:ext>
            </p:extLst>
          </p:nvPr>
        </p:nvGraphicFramePr>
        <p:xfrm>
          <a:off x="3887614" y="2200609"/>
          <a:ext cx="5299058" cy="3776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3007799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</TotalTime>
  <Words>428</Words>
  <Application>Microsoft Office PowerPoint</Application>
  <PresentationFormat>On-screen Show (4:3)</PresentationFormat>
  <Paragraphs>248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ADLaM Display</vt:lpstr>
      <vt:lpstr>Agency FB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Srivastava</dc:creator>
  <cp:lastModifiedBy>Shivam Srivastava</cp:lastModifiedBy>
  <cp:revision>1</cp:revision>
  <dcterms:created xsi:type="dcterms:W3CDTF">2026-08-12T04:36:49Z</dcterms:created>
  <dcterms:modified xsi:type="dcterms:W3CDTF">2026-08-16T04:29:42Z</dcterms:modified>
</cp:coreProperties>
</file>